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Override2.xml" ContentType="application/vnd.openxmlformats-officedocument.themeOverrid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4080" r:id="rId1"/>
    <p:sldMasterId id="2147484092" r:id="rId2"/>
  </p:sldMasterIdLst>
  <p:notesMasterIdLst>
    <p:notesMasterId r:id="rId21"/>
  </p:notesMasterIdLst>
  <p:handoutMasterIdLst>
    <p:handoutMasterId r:id="rId22"/>
  </p:handoutMasterIdLst>
  <p:sldIdLst>
    <p:sldId id="256" r:id="rId3"/>
    <p:sldId id="257" r:id="rId4"/>
    <p:sldId id="312" r:id="rId5"/>
    <p:sldId id="260" r:id="rId6"/>
    <p:sldId id="287" r:id="rId7"/>
    <p:sldId id="307" r:id="rId8"/>
    <p:sldId id="315" r:id="rId9"/>
    <p:sldId id="308" r:id="rId10"/>
    <p:sldId id="309" r:id="rId11"/>
    <p:sldId id="317" r:id="rId12"/>
    <p:sldId id="310" r:id="rId13"/>
    <p:sldId id="319" r:id="rId14"/>
    <p:sldId id="311" r:id="rId15"/>
    <p:sldId id="318" r:id="rId16"/>
    <p:sldId id="320" r:id="rId17"/>
    <p:sldId id="279" r:id="rId18"/>
    <p:sldId id="280" r:id="rId19"/>
    <p:sldId id="277" r:id="rId20"/>
  </p:sldIdLst>
  <p:sldSz cx="9144000" cy="6858000" type="screen4x3"/>
  <p:notesSz cx="6858000" cy="9144000"/>
  <p:defaultTextStyle>
    <a:defPPr>
      <a:defRPr lang="en-US"/>
    </a:defPPr>
    <a:lvl1pPr algn="l" rtl="0" fontAlgn="base">
      <a:spcBef>
        <a:spcPct val="0"/>
      </a:spcBef>
      <a:spcAft>
        <a:spcPct val="0"/>
      </a:spcAft>
      <a:buFont typeface="Arial" panose="020B0604020202020204" pitchFamily="34" charset="0"/>
      <a:defRPr kern="1200">
        <a:solidFill>
          <a:schemeClr val="tx1"/>
        </a:solidFill>
        <a:latin typeface="Century Schoolbook" panose="02040604050505020304" pitchFamily="18" charset="0"/>
        <a:ea typeface="+mn-ea"/>
        <a:cs typeface="Arial" panose="020B0604020202020204" pitchFamily="34" charset="0"/>
      </a:defRPr>
    </a:lvl1pPr>
    <a:lvl2pPr marL="457200" algn="l" rtl="0" fontAlgn="base">
      <a:spcBef>
        <a:spcPct val="0"/>
      </a:spcBef>
      <a:spcAft>
        <a:spcPct val="0"/>
      </a:spcAft>
      <a:buFont typeface="Arial" panose="020B0604020202020204" pitchFamily="34" charset="0"/>
      <a:defRPr kern="1200">
        <a:solidFill>
          <a:schemeClr val="tx1"/>
        </a:solidFill>
        <a:latin typeface="Century Schoolbook" panose="02040604050505020304" pitchFamily="18" charset="0"/>
        <a:ea typeface="+mn-ea"/>
        <a:cs typeface="Arial" panose="020B0604020202020204" pitchFamily="34" charset="0"/>
      </a:defRPr>
    </a:lvl2pPr>
    <a:lvl3pPr marL="914400" algn="l" rtl="0" fontAlgn="base">
      <a:spcBef>
        <a:spcPct val="0"/>
      </a:spcBef>
      <a:spcAft>
        <a:spcPct val="0"/>
      </a:spcAft>
      <a:buFont typeface="Arial" panose="020B0604020202020204" pitchFamily="34" charset="0"/>
      <a:defRPr kern="1200">
        <a:solidFill>
          <a:schemeClr val="tx1"/>
        </a:solidFill>
        <a:latin typeface="Century Schoolbook" panose="02040604050505020304" pitchFamily="18" charset="0"/>
        <a:ea typeface="+mn-ea"/>
        <a:cs typeface="Arial" panose="020B0604020202020204" pitchFamily="34" charset="0"/>
      </a:defRPr>
    </a:lvl3pPr>
    <a:lvl4pPr marL="1371600" algn="l" rtl="0" fontAlgn="base">
      <a:spcBef>
        <a:spcPct val="0"/>
      </a:spcBef>
      <a:spcAft>
        <a:spcPct val="0"/>
      </a:spcAft>
      <a:buFont typeface="Arial" panose="020B0604020202020204" pitchFamily="34" charset="0"/>
      <a:defRPr kern="1200">
        <a:solidFill>
          <a:schemeClr val="tx1"/>
        </a:solidFill>
        <a:latin typeface="Century Schoolbook" panose="02040604050505020304" pitchFamily="18" charset="0"/>
        <a:ea typeface="+mn-ea"/>
        <a:cs typeface="Arial" panose="020B0604020202020204" pitchFamily="34" charset="0"/>
      </a:defRPr>
    </a:lvl4pPr>
    <a:lvl5pPr marL="1828800" algn="l" rtl="0" fontAlgn="base">
      <a:spcBef>
        <a:spcPct val="0"/>
      </a:spcBef>
      <a:spcAft>
        <a:spcPct val="0"/>
      </a:spcAft>
      <a:buFont typeface="Arial" panose="020B0604020202020204" pitchFamily="34" charset="0"/>
      <a:defRPr kern="1200">
        <a:solidFill>
          <a:schemeClr val="tx1"/>
        </a:solidFill>
        <a:latin typeface="Century Schoolbook" panose="02040604050505020304" pitchFamily="18" charset="0"/>
        <a:ea typeface="+mn-ea"/>
        <a:cs typeface="Arial" panose="020B0604020202020204" pitchFamily="34" charset="0"/>
      </a:defRPr>
    </a:lvl5pPr>
    <a:lvl6pPr marL="2286000" algn="l" defTabSz="914400" rtl="0" eaLnBrk="1" latinLnBrk="0" hangingPunct="1">
      <a:defRPr kern="1200">
        <a:solidFill>
          <a:schemeClr val="tx1"/>
        </a:solidFill>
        <a:latin typeface="Century Schoolbook" panose="02040604050505020304" pitchFamily="18" charset="0"/>
        <a:ea typeface="+mn-ea"/>
        <a:cs typeface="Arial" panose="020B0604020202020204" pitchFamily="34" charset="0"/>
      </a:defRPr>
    </a:lvl6pPr>
    <a:lvl7pPr marL="2743200" algn="l" defTabSz="914400" rtl="0" eaLnBrk="1" latinLnBrk="0" hangingPunct="1">
      <a:defRPr kern="1200">
        <a:solidFill>
          <a:schemeClr val="tx1"/>
        </a:solidFill>
        <a:latin typeface="Century Schoolbook" panose="02040604050505020304" pitchFamily="18" charset="0"/>
        <a:ea typeface="+mn-ea"/>
        <a:cs typeface="Arial" panose="020B0604020202020204" pitchFamily="34" charset="0"/>
      </a:defRPr>
    </a:lvl7pPr>
    <a:lvl8pPr marL="3200400" algn="l" defTabSz="914400" rtl="0" eaLnBrk="1" latinLnBrk="0" hangingPunct="1">
      <a:defRPr kern="1200">
        <a:solidFill>
          <a:schemeClr val="tx1"/>
        </a:solidFill>
        <a:latin typeface="Century Schoolbook" panose="02040604050505020304" pitchFamily="18" charset="0"/>
        <a:ea typeface="+mn-ea"/>
        <a:cs typeface="Arial" panose="020B0604020202020204" pitchFamily="34" charset="0"/>
      </a:defRPr>
    </a:lvl8pPr>
    <a:lvl9pPr marL="3657600" algn="l" defTabSz="914400" rtl="0" eaLnBrk="1" latinLnBrk="0" hangingPunct="1">
      <a:defRPr kern="1200">
        <a:solidFill>
          <a:schemeClr val="tx1"/>
        </a:solidFill>
        <a:latin typeface="Century Schoolbook" panose="02040604050505020304" pitchFamily="18"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87D5EAC-3C40-4461-B5FF-CF508C263764}" v="1" dt="2025-12-29T16:55:25.21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2895" autoAdjust="0"/>
  </p:normalViewPr>
  <p:slideViewPr>
    <p:cSldViewPr>
      <p:cViewPr varScale="1">
        <p:scale>
          <a:sx n="73" d="100"/>
          <a:sy n="73" d="100"/>
        </p:scale>
        <p:origin x="1666" y="67"/>
      </p:cViewPr>
      <p:guideLst>
        <p:guide orient="horz" pos="2160"/>
        <p:guide pos="2880"/>
      </p:guideLst>
    </p:cSldViewPr>
  </p:slideViewPr>
  <p:notesTextViewPr>
    <p:cViewPr>
      <p:scale>
        <a:sx n="1" d="1"/>
        <a:sy n="1" d="1"/>
      </p:scale>
      <p:origin x="0" y="0"/>
    </p:cViewPr>
  </p:notesTextViewPr>
  <p:gridSpacing cx="76198" cy="7619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handoutMaster" Target="handoutMasters/handoutMaster1.xml"/><Relationship Id="rId27"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4A7A8A8-D3A5-1F61-C0D7-BB3381B5D23F}"/>
              </a:ext>
            </a:extLst>
          </p:cNvPr>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a:defRPr sz="1200">
                <a:latin typeface="Calibri" pitchFamily="34" charset="0"/>
              </a:defRPr>
            </a:lvl1pPr>
          </a:lstStyle>
          <a:p>
            <a:pPr>
              <a:defRPr/>
            </a:pPr>
            <a:endParaRPr lang="en-US"/>
          </a:p>
        </p:txBody>
      </p:sp>
      <p:sp>
        <p:nvSpPr>
          <p:cNvPr id="3" name="Date Placeholder 2">
            <a:extLst>
              <a:ext uri="{FF2B5EF4-FFF2-40B4-BE49-F238E27FC236}">
                <a16:creationId xmlns:a16="http://schemas.microsoft.com/office/drawing/2014/main" id="{FAE76910-27D5-92E9-4603-49848B805820}"/>
              </a:ext>
            </a:extLst>
          </p:cNvPr>
          <p:cNvSpPr>
            <a:spLocks noGrp="1"/>
          </p:cNvSpPr>
          <p:nvPr>
            <p:ph type="dt" sz="quarter" idx="1"/>
          </p:nvPr>
        </p:nvSpPr>
        <p:spPr>
          <a:xfrm>
            <a:off x="3884613" y="0"/>
            <a:ext cx="2971800" cy="457200"/>
          </a:xfrm>
          <a:prstGeom prst="rect">
            <a:avLst/>
          </a:prstGeom>
        </p:spPr>
        <p:txBody>
          <a:bodyPr vert="horz" wrap="square" lIns="91440" tIns="45720" rIns="91440" bIns="45720" numCol="1" anchor="ctr" anchorCtr="0" compatLnSpc="1">
            <a:prstTxWarp prst="textNoShape">
              <a:avLst/>
            </a:prstTxWarp>
          </a:bodyPr>
          <a:lstStyle>
            <a:lvl1pPr algn="r">
              <a:defRPr sz="1200">
                <a:latin typeface="Calibri" pitchFamily="34" charset="0"/>
              </a:defRPr>
            </a:lvl1pPr>
          </a:lstStyle>
          <a:p>
            <a:pPr>
              <a:defRPr/>
            </a:pPr>
            <a:fld id="{6E87CE2F-4A39-49D8-A7D2-AB0AABAA75A8}" type="datetime1">
              <a:rPr lang="en-US" altLang="en-US"/>
              <a:pPr>
                <a:defRPr/>
              </a:pPr>
              <a:t>4/28/2026</a:t>
            </a:fld>
            <a:endParaRPr lang="en-US" altLang="en-US"/>
          </a:p>
        </p:txBody>
      </p:sp>
      <p:sp>
        <p:nvSpPr>
          <p:cNvPr id="4" name="Footer Placeholder 3">
            <a:extLst>
              <a:ext uri="{FF2B5EF4-FFF2-40B4-BE49-F238E27FC236}">
                <a16:creationId xmlns:a16="http://schemas.microsoft.com/office/drawing/2014/main" id="{CCD82A23-D8D5-E666-BD03-286B793945EE}"/>
              </a:ext>
            </a:extLst>
          </p:cNvPr>
          <p:cNvSpPr>
            <a:spLocks noGrp="1"/>
          </p:cNvSpPr>
          <p:nvPr>
            <p:ph type="ftr" sz="quarter" idx="2"/>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a:defRPr sz="1200">
                <a:latin typeface="Calibri" pitchFamily="34" charset="0"/>
                <a:ea typeface="SimSun" pitchFamily="2" charset="-122"/>
              </a:defRPr>
            </a:lvl1pPr>
          </a:lstStyle>
          <a:p>
            <a:pPr>
              <a:defRPr/>
            </a:pPr>
            <a:r>
              <a:rPr lang="en-US" altLang="en-US"/>
              <a:t>Matoshri COE ,Nashik</a:t>
            </a:r>
            <a:endParaRPr lang="en-US">
              <a:ea typeface="+mn-ea"/>
            </a:endParaRPr>
          </a:p>
        </p:txBody>
      </p:sp>
      <p:sp>
        <p:nvSpPr>
          <p:cNvPr id="5" name="Slide Number Placeholder 4">
            <a:extLst>
              <a:ext uri="{FF2B5EF4-FFF2-40B4-BE49-F238E27FC236}">
                <a16:creationId xmlns:a16="http://schemas.microsoft.com/office/drawing/2014/main" id="{E7E6A599-25F4-4BE9-95DF-7747086C14BF}"/>
              </a:ext>
            </a:extLst>
          </p:cNvPr>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defRPr>
            </a:lvl1pPr>
          </a:lstStyle>
          <a:p>
            <a:fld id="{8C22B38F-DD8C-46CB-BD9A-0B8A63F32A87}"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FF5282C-8913-470F-3E28-F2AF8C5FDB5B}"/>
              </a:ext>
            </a:extLst>
          </p:cNvPr>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a:defRPr sz="1200">
                <a:latin typeface="Calibri" pitchFamily="34" charset="0"/>
              </a:defRPr>
            </a:lvl1pPr>
          </a:lstStyle>
          <a:p>
            <a:pPr>
              <a:defRPr/>
            </a:pPr>
            <a:endParaRPr lang="en-US"/>
          </a:p>
        </p:txBody>
      </p:sp>
      <p:sp>
        <p:nvSpPr>
          <p:cNvPr id="3" name="Date Placeholder 2">
            <a:extLst>
              <a:ext uri="{FF2B5EF4-FFF2-40B4-BE49-F238E27FC236}">
                <a16:creationId xmlns:a16="http://schemas.microsoft.com/office/drawing/2014/main" id="{B97E316F-2448-6F25-EF27-B0444F2A8D52}"/>
              </a:ext>
            </a:extLst>
          </p:cNvPr>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atin typeface="Calibri" pitchFamily="34" charset="0"/>
              </a:defRPr>
            </a:lvl1pPr>
          </a:lstStyle>
          <a:p>
            <a:pPr>
              <a:defRPr/>
            </a:pPr>
            <a:fld id="{89F49894-58C3-4B64-9EB9-09CC4D3EAF16}" type="datetime1">
              <a:rPr lang="en-US" altLang="en-US"/>
              <a:pPr>
                <a:defRPr/>
              </a:pPr>
              <a:t>4/28/2026</a:t>
            </a:fld>
            <a:endParaRPr lang="en-US" altLang="en-US"/>
          </a:p>
        </p:txBody>
      </p:sp>
      <p:sp>
        <p:nvSpPr>
          <p:cNvPr id="4" name="Slide Image Placeholder 3">
            <a:extLst>
              <a:ext uri="{FF2B5EF4-FFF2-40B4-BE49-F238E27FC236}">
                <a16:creationId xmlns:a16="http://schemas.microsoft.com/office/drawing/2014/main" id="{C032BF3C-4C19-103F-21FE-D2630819A2C4}"/>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C239E171-2F96-04C8-8C7B-5B5AAB9B542B}"/>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131B231C-1E1F-D8F2-D979-60746E5AB547}"/>
              </a:ext>
            </a:extLst>
          </p:cNvPr>
          <p:cNvSpPr>
            <a:spLocks noGrp="1"/>
          </p:cNvSpPr>
          <p:nvPr>
            <p:ph type="ftr" sz="quarter" idx="4"/>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a:defRPr sz="1200">
                <a:latin typeface="Calibri" pitchFamily="34" charset="0"/>
                <a:ea typeface="SimSun" pitchFamily="2" charset="-122"/>
              </a:defRPr>
            </a:lvl1pPr>
          </a:lstStyle>
          <a:p>
            <a:pPr>
              <a:defRPr/>
            </a:pPr>
            <a:r>
              <a:rPr lang="en-US" altLang="en-US"/>
              <a:t>Matoshri COE ,Nashik</a:t>
            </a:r>
            <a:endParaRPr lang="en-US">
              <a:ea typeface="+mn-ea"/>
            </a:endParaRPr>
          </a:p>
        </p:txBody>
      </p:sp>
      <p:sp>
        <p:nvSpPr>
          <p:cNvPr id="7" name="Slide Number Placeholder 6">
            <a:extLst>
              <a:ext uri="{FF2B5EF4-FFF2-40B4-BE49-F238E27FC236}">
                <a16:creationId xmlns:a16="http://schemas.microsoft.com/office/drawing/2014/main" id="{BB413711-2834-7A98-E18C-C165158E8BC9}"/>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defRPr>
            </a:lvl1pPr>
          </a:lstStyle>
          <a:p>
            <a:fld id="{454B0B7B-3951-440C-8AF1-F175DF1554AD}"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entury Schoolbook" pitchFamily="18" charset="0"/>
        <a:ea typeface="SimSun" pitchFamily="2" charset="-122"/>
        <a:cs typeface="+mn-cs"/>
      </a:defRPr>
    </a:lvl1pPr>
    <a:lvl2pPr marL="457200" algn="l" rtl="0" eaLnBrk="0" fontAlgn="base" hangingPunct="0">
      <a:spcBef>
        <a:spcPct val="30000"/>
      </a:spcBef>
      <a:spcAft>
        <a:spcPct val="0"/>
      </a:spcAft>
      <a:defRPr sz="1200" kern="1200">
        <a:solidFill>
          <a:schemeClr val="tx1"/>
        </a:solidFill>
        <a:latin typeface="Century Schoolbook" pitchFamily="18" charset="0"/>
        <a:ea typeface="SimSun" pitchFamily="2" charset="-122"/>
        <a:cs typeface="+mn-cs"/>
      </a:defRPr>
    </a:lvl2pPr>
    <a:lvl3pPr marL="914400" algn="l" rtl="0" eaLnBrk="0" fontAlgn="base" hangingPunct="0">
      <a:spcBef>
        <a:spcPct val="30000"/>
      </a:spcBef>
      <a:spcAft>
        <a:spcPct val="0"/>
      </a:spcAft>
      <a:defRPr sz="1200" kern="1200">
        <a:solidFill>
          <a:schemeClr val="tx1"/>
        </a:solidFill>
        <a:latin typeface="Century Schoolbook" pitchFamily="18" charset="0"/>
        <a:ea typeface="SimSun" pitchFamily="2" charset="-122"/>
        <a:cs typeface="+mn-cs"/>
      </a:defRPr>
    </a:lvl3pPr>
    <a:lvl4pPr marL="1371600" algn="l" rtl="0" eaLnBrk="0" fontAlgn="base" hangingPunct="0">
      <a:spcBef>
        <a:spcPct val="30000"/>
      </a:spcBef>
      <a:spcAft>
        <a:spcPct val="0"/>
      </a:spcAft>
      <a:defRPr sz="1200" kern="1200">
        <a:solidFill>
          <a:schemeClr val="tx1"/>
        </a:solidFill>
        <a:latin typeface="Century Schoolbook" pitchFamily="18" charset="0"/>
        <a:ea typeface="SimSun" pitchFamily="2" charset="-122"/>
        <a:cs typeface="+mn-cs"/>
      </a:defRPr>
    </a:lvl4pPr>
    <a:lvl5pPr marL="1828800" algn="l" rtl="0" eaLnBrk="0" fontAlgn="base" hangingPunct="0">
      <a:spcBef>
        <a:spcPct val="30000"/>
      </a:spcBef>
      <a:spcAft>
        <a:spcPct val="0"/>
      </a:spcAft>
      <a:defRPr sz="1200" kern="1200">
        <a:solidFill>
          <a:schemeClr val="tx1"/>
        </a:solidFill>
        <a:latin typeface="Century Schoolbook" pitchFamily="18" charset="0"/>
        <a:ea typeface="SimSun"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a:extLst>
              <a:ext uri="{FF2B5EF4-FFF2-40B4-BE49-F238E27FC236}">
                <a16:creationId xmlns:a16="http://schemas.microsoft.com/office/drawing/2014/main" id="{25243238-0973-2AA8-611C-AD3CB341967A}"/>
              </a:ext>
            </a:extLst>
          </p:cNvPr>
          <p:cNvSpPr>
            <a:spLocks noGrp="1" noRot="1" noChangeAspect="1" noChangeArrowheads="1" noTextEdit="1"/>
          </p:cNvSpPr>
          <p:nvPr>
            <p:ph type="sldImg" idx="4294967295"/>
          </p:nvPr>
        </p:nvSpPr>
        <p:spPr bwMode="auto">
          <a:ln>
            <a:solidFill>
              <a:srgbClr val="000000"/>
            </a:solidFill>
            <a:miter lim="800000"/>
            <a:headEnd/>
            <a:tailEnd/>
          </a:ln>
        </p:spPr>
      </p:sp>
      <p:sp>
        <p:nvSpPr>
          <p:cNvPr id="32771" name="Notes Placeholder 2">
            <a:extLst>
              <a:ext uri="{FF2B5EF4-FFF2-40B4-BE49-F238E27FC236}">
                <a16:creationId xmlns:a16="http://schemas.microsoft.com/office/drawing/2014/main" id="{3876F996-9899-9D5D-41CB-7C0AA5679C6E}"/>
              </a:ext>
            </a:extLst>
          </p:cNvPr>
          <p:cNvSpPr>
            <a:spLocks noGrp="1" noChangeArrowheads="1"/>
          </p:cNvSpPr>
          <p:nvPr>
            <p:ph type="body" idx="4294967295"/>
          </p:nvPr>
        </p:nvSpPr>
        <p:spPr bwMode="auto">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32772" name="Footer Placeholder 3">
            <a:extLst>
              <a:ext uri="{FF2B5EF4-FFF2-40B4-BE49-F238E27FC236}">
                <a16:creationId xmlns:a16="http://schemas.microsoft.com/office/drawing/2014/main" id="{7032C5D4-42AA-76A5-468F-87A16476C80A}"/>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entury Schoolbook" panose="02040604050505020304" pitchFamily="18" charset="0"/>
                <a:cs typeface="Arial" panose="020B0604020202020204" pitchFamily="34" charset="0"/>
              </a:defRPr>
            </a:lvl1pPr>
            <a:lvl2pPr marL="742950" indent="-285750" eaLnBrk="0" hangingPunct="0">
              <a:defRPr>
                <a:solidFill>
                  <a:schemeClr val="tx1"/>
                </a:solidFill>
                <a:latin typeface="Century Schoolbook" panose="02040604050505020304" pitchFamily="18" charset="0"/>
                <a:cs typeface="Arial" panose="020B0604020202020204" pitchFamily="34" charset="0"/>
              </a:defRPr>
            </a:lvl2pPr>
            <a:lvl3pPr marL="1143000" indent="-228600" eaLnBrk="0" hangingPunct="0">
              <a:defRPr>
                <a:solidFill>
                  <a:schemeClr val="tx1"/>
                </a:solidFill>
                <a:latin typeface="Century Schoolbook" panose="02040604050505020304" pitchFamily="18" charset="0"/>
                <a:cs typeface="Arial" panose="020B0604020202020204" pitchFamily="34" charset="0"/>
              </a:defRPr>
            </a:lvl3pPr>
            <a:lvl4pPr marL="1600200" indent="-228600" eaLnBrk="0" hangingPunct="0">
              <a:defRPr>
                <a:solidFill>
                  <a:schemeClr val="tx1"/>
                </a:solidFill>
                <a:latin typeface="Century Schoolbook" panose="02040604050505020304" pitchFamily="18" charset="0"/>
                <a:cs typeface="Arial" panose="020B0604020202020204" pitchFamily="34" charset="0"/>
              </a:defRPr>
            </a:lvl4pPr>
            <a:lvl5pPr marL="2057400" indent="-228600" eaLnBrk="0" hangingPunct="0">
              <a:defRPr>
                <a:solidFill>
                  <a:schemeClr val="tx1"/>
                </a:solidFill>
                <a:latin typeface="Century Schoolbook" panose="02040604050505020304" pitchFamily="18" charset="0"/>
                <a:cs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9pPr>
          </a:lstStyle>
          <a:p>
            <a:pPr eaLnBrk="1" hangingPunct="1"/>
            <a:r>
              <a:rPr lang="en-US" altLang="en-US">
                <a:latin typeface="Calibri" panose="020F0502020204030204" pitchFamily="34" charset="0"/>
              </a:rPr>
              <a:t>Matoshri COE ,Nashik</a:t>
            </a:r>
          </a:p>
        </p:txBody>
      </p:sp>
      <p:sp>
        <p:nvSpPr>
          <p:cNvPr id="32773" name="Slide Number Placeholder 4">
            <a:extLst>
              <a:ext uri="{FF2B5EF4-FFF2-40B4-BE49-F238E27FC236}">
                <a16:creationId xmlns:a16="http://schemas.microsoft.com/office/drawing/2014/main" id="{EEC83284-9331-6432-EC34-19737E0235F8}"/>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entury Schoolbook" panose="02040604050505020304" pitchFamily="18" charset="0"/>
                <a:cs typeface="Arial" panose="020B0604020202020204" pitchFamily="34" charset="0"/>
              </a:defRPr>
            </a:lvl1pPr>
            <a:lvl2pPr marL="742950" indent="-285750" eaLnBrk="0" hangingPunct="0">
              <a:defRPr>
                <a:solidFill>
                  <a:schemeClr val="tx1"/>
                </a:solidFill>
                <a:latin typeface="Century Schoolbook" panose="02040604050505020304" pitchFamily="18" charset="0"/>
                <a:cs typeface="Arial" panose="020B0604020202020204" pitchFamily="34" charset="0"/>
              </a:defRPr>
            </a:lvl2pPr>
            <a:lvl3pPr marL="1143000" indent="-228600" eaLnBrk="0" hangingPunct="0">
              <a:defRPr>
                <a:solidFill>
                  <a:schemeClr val="tx1"/>
                </a:solidFill>
                <a:latin typeface="Century Schoolbook" panose="02040604050505020304" pitchFamily="18" charset="0"/>
                <a:cs typeface="Arial" panose="020B0604020202020204" pitchFamily="34" charset="0"/>
              </a:defRPr>
            </a:lvl3pPr>
            <a:lvl4pPr marL="1600200" indent="-228600" eaLnBrk="0" hangingPunct="0">
              <a:defRPr>
                <a:solidFill>
                  <a:schemeClr val="tx1"/>
                </a:solidFill>
                <a:latin typeface="Century Schoolbook" panose="02040604050505020304" pitchFamily="18" charset="0"/>
                <a:cs typeface="Arial" panose="020B0604020202020204" pitchFamily="34" charset="0"/>
              </a:defRPr>
            </a:lvl4pPr>
            <a:lvl5pPr marL="2057400" indent="-228600" eaLnBrk="0" hangingPunct="0">
              <a:defRPr>
                <a:solidFill>
                  <a:schemeClr val="tx1"/>
                </a:solidFill>
                <a:latin typeface="Century Schoolbook" panose="02040604050505020304" pitchFamily="18" charset="0"/>
                <a:cs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9pPr>
          </a:lstStyle>
          <a:p>
            <a:pPr eaLnBrk="1" hangingPunct="1"/>
            <a:fld id="{5291D917-3791-4905-824F-EB0725592161}" type="slidenum">
              <a:rPr lang="en-US" altLang="en-US">
                <a:latin typeface="Calibri" panose="020F0502020204030204" pitchFamily="34" charset="0"/>
              </a:rPr>
              <a:pPr eaLnBrk="1" hangingPunct="1"/>
              <a:t>1</a:t>
            </a:fld>
            <a:endParaRPr lang="en-US" altLang="en-US">
              <a:latin typeface="Calibri" panose="020F050202020403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F09D5D-3317-F67B-C59C-8814EC144565}"/>
              </a:ext>
            </a:extLst>
          </p:cNvPr>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solidFill>
                <a:srgbClr val="FFFFFF"/>
              </a:solidFill>
              <a:cs typeface="Arial" pitchFamily="34" charset="0"/>
            </a:endParaRPr>
          </a:p>
        </p:txBody>
      </p:sp>
      <p:sp>
        <p:nvSpPr>
          <p:cNvPr id="3" name="Rectangle 2">
            <a:extLst>
              <a:ext uri="{FF2B5EF4-FFF2-40B4-BE49-F238E27FC236}">
                <a16:creationId xmlns:a16="http://schemas.microsoft.com/office/drawing/2014/main" id="{AE1FF766-3CE8-9547-7C80-4459980316A1}"/>
              </a:ext>
            </a:extLst>
          </p:cNvPr>
          <p:cNvSpPr/>
          <p:nvPr/>
        </p:nvSpPr>
        <p:spPr bwMode="auto">
          <a:xfrm>
            <a:off x="276225"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solidFill>
                <a:srgbClr val="FFFFFF"/>
              </a:solidFill>
              <a:cs typeface="Arial" pitchFamily="34" charset="0"/>
            </a:endParaRPr>
          </a:p>
        </p:txBody>
      </p:sp>
      <p:sp>
        <p:nvSpPr>
          <p:cNvPr id="4" name="Rectangle 3">
            <a:extLst>
              <a:ext uri="{FF2B5EF4-FFF2-40B4-BE49-F238E27FC236}">
                <a16:creationId xmlns:a16="http://schemas.microsoft.com/office/drawing/2014/main" id="{84E0A66A-C072-6B81-B342-2052AA461D06}"/>
              </a:ext>
            </a:extLst>
          </p:cNvPr>
          <p:cNvSpPr/>
          <p:nvPr/>
        </p:nvSpPr>
        <p:spPr bwMode="auto">
          <a:xfrm>
            <a:off x="990600" y="0"/>
            <a:ext cx="182563"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solidFill>
                <a:srgbClr val="FFFFFF"/>
              </a:solidFill>
              <a:cs typeface="Arial" pitchFamily="34" charset="0"/>
            </a:endParaRPr>
          </a:p>
        </p:txBody>
      </p:sp>
      <p:sp>
        <p:nvSpPr>
          <p:cNvPr id="5" name="Rectangle 4">
            <a:extLst>
              <a:ext uri="{FF2B5EF4-FFF2-40B4-BE49-F238E27FC236}">
                <a16:creationId xmlns:a16="http://schemas.microsoft.com/office/drawing/2014/main" id="{F8DF2A8A-139B-102A-5A44-8C49C6B29B9B}"/>
              </a:ext>
            </a:extLst>
          </p:cNvPr>
          <p:cNvSpPr/>
          <p:nvPr/>
        </p:nvSpPr>
        <p:spPr bwMode="auto">
          <a:xfrm>
            <a:off x="1141413" y="0"/>
            <a:ext cx="230187"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solidFill>
                <a:srgbClr val="FFFFFF"/>
              </a:solidFill>
              <a:cs typeface="Arial" pitchFamily="34" charset="0"/>
            </a:endParaRPr>
          </a:p>
        </p:txBody>
      </p:sp>
      <p:sp>
        <p:nvSpPr>
          <p:cNvPr id="6" name="Straight Connector 5">
            <a:extLst>
              <a:ext uri="{FF2B5EF4-FFF2-40B4-BE49-F238E27FC236}">
                <a16:creationId xmlns:a16="http://schemas.microsoft.com/office/drawing/2014/main" id="{12881A96-E372-5E71-F9B3-A70A07043C14}"/>
              </a:ext>
            </a:extLst>
          </p:cNvPr>
          <p:cNvSpPr>
            <a:spLocks noChangeShapeType="1"/>
          </p:cNvSpPr>
          <p:nvPr/>
        </p:nvSpPr>
        <p:spPr bwMode="auto">
          <a:xfrm>
            <a:off x="106363"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pPr>
              <a:defRPr/>
            </a:pPr>
            <a:endParaRPr lang="en-US" altLang="en-US">
              <a:ea typeface="SimSun" pitchFamily="2" charset="-122"/>
            </a:endParaRPr>
          </a:p>
        </p:txBody>
      </p:sp>
      <p:sp>
        <p:nvSpPr>
          <p:cNvPr id="7" name="Straight Connector 6">
            <a:extLst>
              <a:ext uri="{FF2B5EF4-FFF2-40B4-BE49-F238E27FC236}">
                <a16:creationId xmlns:a16="http://schemas.microsoft.com/office/drawing/2014/main" id="{96F509B2-3FA7-7AD8-5846-6EDB7813F435}"/>
              </a:ext>
            </a:extLst>
          </p:cNvPr>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pPr>
              <a:defRPr/>
            </a:pPr>
            <a:endParaRPr lang="en-US" altLang="en-US">
              <a:ea typeface="SimSun" pitchFamily="2" charset="-122"/>
            </a:endParaRPr>
          </a:p>
        </p:txBody>
      </p:sp>
      <p:sp>
        <p:nvSpPr>
          <p:cNvPr id="10" name="Straight Connector 9">
            <a:extLst>
              <a:ext uri="{FF2B5EF4-FFF2-40B4-BE49-F238E27FC236}">
                <a16:creationId xmlns:a16="http://schemas.microsoft.com/office/drawing/2014/main" id="{3AA48010-5231-FD95-29D8-18C3087A2210}"/>
              </a:ext>
            </a:extLst>
          </p:cNvPr>
          <p:cNvSpPr>
            <a:spLocks noChangeShapeType="1"/>
          </p:cNvSpPr>
          <p:nvPr/>
        </p:nvSpPr>
        <p:spPr bwMode="auto">
          <a:xfrm>
            <a:off x="854075"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pPr>
              <a:defRPr/>
            </a:pPr>
            <a:endParaRPr lang="en-US" altLang="en-US">
              <a:ea typeface="SimSun" pitchFamily="2" charset="-122"/>
            </a:endParaRPr>
          </a:p>
        </p:txBody>
      </p:sp>
      <p:sp>
        <p:nvSpPr>
          <p:cNvPr id="11" name="Straight Connector 10">
            <a:extLst>
              <a:ext uri="{FF2B5EF4-FFF2-40B4-BE49-F238E27FC236}">
                <a16:creationId xmlns:a16="http://schemas.microsoft.com/office/drawing/2014/main" id="{56D1920C-81D7-6E4C-66EA-7BEE34DAF88D}"/>
              </a:ext>
            </a:extLst>
          </p:cNvPr>
          <p:cNvSpPr>
            <a:spLocks noChangeShapeType="1"/>
          </p:cNvSpPr>
          <p:nvPr/>
        </p:nvSpPr>
        <p:spPr bwMode="auto">
          <a:xfrm>
            <a:off x="172720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pPr>
              <a:defRPr/>
            </a:pPr>
            <a:endParaRPr lang="en-US" altLang="en-US">
              <a:ea typeface="SimSun" pitchFamily="2" charset="-122"/>
            </a:endParaRPr>
          </a:p>
        </p:txBody>
      </p:sp>
      <p:sp>
        <p:nvSpPr>
          <p:cNvPr id="12" name="Straight Connector 11">
            <a:extLst>
              <a:ext uri="{FF2B5EF4-FFF2-40B4-BE49-F238E27FC236}">
                <a16:creationId xmlns:a16="http://schemas.microsoft.com/office/drawing/2014/main" id="{517E47E4-639E-A57E-53CE-5F9BFB434313}"/>
              </a:ext>
            </a:extLst>
          </p:cNvPr>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pPr>
              <a:defRPr/>
            </a:pPr>
            <a:endParaRPr lang="en-US" altLang="en-US">
              <a:ea typeface="SimSun" pitchFamily="2" charset="-122"/>
            </a:endParaRPr>
          </a:p>
        </p:txBody>
      </p:sp>
      <p:sp>
        <p:nvSpPr>
          <p:cNvPr id="13" name="Straight Connector 12">
            <a:extLst>
              <a:ext uri="{FF2B5EF4-FFF2-40B4-BE49-F238E27FC236}">
                <a16:creationId xmlns:a16="http://schemas.microsoft.com/office/drawing/2014/main" id="{8983A8EC-6075-F2FA-CEAB-48EDDEBE34C3}"/>
              </a:ext>
            </a:extLst>
          </p:cNvPr>
          <p:cNvSpPr>
            <a:spLocks noChangeShapeType="1"/>
          </p:cNvSpPr>
          <p:nvPr/>
        </p:nvSpPr>
        <p:spPr bwMode="auto">
          <a:xfrm>
            <a:off x="9113838"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a:defRPr/>
            </a:pPr>
            <a:endParaRPr lang="en-US" altLang="en-US">
              <a:ea typeface="SimSun" pitchFamily="2" charset="-122"/>
            </a:endParaRPr>
          </a:p>
        </p:txBody>
      </p:sp>
      <p:sp>
        <p:nvSpPr>
          <p:cNvPr id="14" name="Rectangle 13">
            <a:extLst>
              <a:ext uri="{FF2B5EF4-FFF2-40B4-BE49-F238E27FC236}">
                <a16:creationId xmlns:a16="http://schemas.microsoft.com/office/drawing/2014/main" id="{80824B73-F190-C0E6-1DA7-C08230D2BDED}"/>
              </a:ext>
            </a:extLst>
          </p:cNvPr>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solidFill>
                <a:srgbClr val="FFFFFF"/>
              </a:solidFill>
              <a:cs typeface="Arial" pitchFamily="34" charset="0"/>
            </a:endParaRPr>
          </a:p>
        </p:txBody>
      </p:sp>
      <p:sp>
        <p:nvSpPr>
          <p:cNvPr id="15" name="Oval 14">
            <a:extLst>
              <a:ext uri="{FF2B5EF4-FFF2-40B4-BE49-F238E27FC236}">
                <a16:creationId xmlns:a16="http://schemas.microsoft.com/office/drawing/2014/main" id="{DCB5EDF0-57F7-6B80-2A07-32F2339DED48}"/>
              </a:ext>
            </a:extLst>
          </p:cNvPr>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solidFill>
                <a:srgbClr val="FFFFFF"/>
              </a:solidFill>
              <a:cs typeface="Arial" pitchFamily="34" charset="0"/>
            </a:endParaRPr>
          </a:p>
        </p:txBody>
      </p:sp>
      <p:sp>
        <p:nvSpPr>
          <p:cNvPr id="16" name="Oval 15">
            <a:extLst>
              <a:ext uri="{FF2B5EF4-FFF2-40B4-BE49-F238E27FC236}">
                <a16:creationId xmlns:a16="http://schemas.microsoft.com/office/drawing/2014/main" id="{3E2B71FD-49E4-AFC5-EEDC-2EE7833679C8}"/>
              </a:ext>
            </a:extLst>
          </p:cNvPr>
          <p:cNvSpPr/>
          <p:nvPr/>
        </p:nvSpPr>
        <p:spPr bwMode="auto">
          <a:xfrm>
            <a:off x="1309688" y="4867275"/>
            <a:ext cx="641350"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solidFill>
                <a:srgbClr val="FFFFFF"/>
              </a:solidFill>
              <a:cs typeface="Arial" pitchFamily="34" charset="0"/>
            </a:endParaRPr>
          </a:p>
        </p:txBody>
      </p:sp>
      <p:sp>
        <p:nvSpPr>
          <p:cNvPr id="17" name="Oval 16">
            <a:extLst>
              <a:ext uri="{FF2B5EF4-FFF2-40B4-BE49-F238E27FC236}">
                <a16:creationId xmlns:a16="http://schemas.microsoft.com/office/drawing/2014/main" id="{FDC5597A-9C5F-3260-E0B1-3C12E62514A3}"/>
              </a:ext>
            </a:extLst>
          </p:cNvPr>
          <p:cNvSpPr/>
          <p:nvPr/>
        </p:nvSpPr>
        <p:spPr bwMode="auto">
          <a:xfrm>
            <a:off x="1090613" y="5500688"/>
            <a:ext cx="138112"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solidFill>
                <a:srgbClr val="FFFFFF"/>
              </a:solidFill>
              <a:cs typeface="Arial" pitchFamily="34" charset="0"/>
            </a:endParaRPr>
          </a:p>
        </p:txBody>
      </p:sp>
      <p:sp>
        <p:nvSpPr>
          <p:cNvPr id="18" name="Oval 17">
            <a:extLst>
              <a:ext uri="{FF2B5EF4-FFF2-40B4-BE49-F238E27FC236}">
                <a16:creationId xmlns:a16="http://schemas.microsoft.com/office/drawing/2014/main" id="{503EA700-97BB-A8E9-375C-A6C375ADA3EA}"/>
              </a:ext>
            </a:extLst>
          </p:cNvPr>
          <p:cNvSpPr/>
          <p:nvPr/>
        </p:nvSpPr>
        <p:spPr bwMode="auto">
          <a:xfrm>
            <a:off x="1663700" y="5788025"/>
            <a:ext cx="274638"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solidFill>
                <a:srgbClr val="FFFFFF"/>
              </a:solidFill>
              <a:cs typeface="Arial" pitchFamily="34" charset="0"/>
            </a:endParaRPr>
          </a:p>
        </p:txBody>
      </p:sp>
      <p:sp>
        <p:nvSpPr>
          <p:cNvPr id="19" name="Oval 18">
            <a:extLst>
              <a:ext uri="{FF2B5EF4-FFF2-40B4-BE49-F238E27FC236}">
                <a16:creationId xmlns:a16="http://schemas.microsoft.com/office/drawing/2014/main" id="{2A31D065-F9CC-1F2B-749E-8E5CB571370C}"/>
              </a:ext>
            </a:extLst>
          </p:cNvPr>
          <p:cNvSpPr/>
          <p:nvPr/>
        </p:nvSpPr>
        <p:spPr>
          <a:xfrm>
            <a:off x="1905000" y="4495800"/>
            <a:ext cx="365125"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solidFill>
                <a:srgbClr val="FFFFFF"/>
              </a:solidFill>
              <a:cs typeface="Arial" pitchFamily="34" charset="0"/>
            </a:endParaRPr>
          </a:p>
        </p:txBody>
      </p:sp>
      <p:sp>
        <p:nvSpPr>
          <p:cNvPr id="8" name="Title 7"/>
          <p:cNvSpPr>
            <a:spLocks noGrp="1"/>
          </p:cNvSpPr>
          <p:nvPr>
            <p:ph type="ctrTitle"/>
          </p:nvPr>
        </p:nvSpPr>
        <p:spPr>
          <a:xfrm>
            <a:off x="2286000" y="3124201"/>
            <a:ext cx="6172200" cy="1894363"/>
          </a:xfrm>
        </p:spPr>
        <p:txBody>
          <a:bodyPr/>
          <a:lstStyle>
            <a:lvl1pPr>
              <a:defRPr b="1"/>
            </a:lvl1pPr>
          </a:lstStyle>
          <a:p>
            <a:r>
              <a:rPr lang="en-US" noProof="1"/>
              <a:t>Click to edit Master title style</a:t>
            </a:r>
          </a:p>
        </p:txBody>
      </p:sp>
      <p:sp>
        <p:nvSpPr>
          <p:cNvPr id="9" name="Subtitle 8"/>
          <p:cNvSpPr>
            <a:spLocks noGrp="1"/>
          </p:cNvSpPr>
          <p:nvPr>
            <p:ph type="subTitle" idx="1"/>
          </p:nvPr>
        </p:nvSpPr>
        <p:spPr>
          <a:xfrm>
            <a:off x="2286000" y="5003323"/>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noProof="1"/>
              <a:t>Click to edit Master subtitle style</a:t>
            </a:r>
          </a:p>
        </p:txBody>
      </p:sp>
      <p:sp>
        <p:nvSpPr>
          <p:cNvPr id="20" name="Date Placeholder 27">
            <a:extLst>
              <a:ext uri="{FF2B5EF4-FFF2-40B4-BE49-F238E27FC236}">
                <a16:creationId xmlns:a16="http://schemas.microsoft.com/office/drawing/2014/main" id="{95F77390-EE0C-66D1-4FF4-FEEAE416FAE5}"/>
              </a:ext>
            </a:extLst>
          </p:cNvPr>
          <p:cNvSpPr>
            <a:spLocks noGrp="1"/>
          </p:cNvSpPr>
          <p:nvPr>
            <p:ph type="dt" sz="half" idx="10"/>
          </p:nvPr>
        </p:nvSpPr>
        <p:spPr bwMode="auto">
          <a:xfrm rot="5400000">
            <a:off x="7764463" y="1174750"/>
            <a:ext cx="2286000" cy="381000"/>
          </a:xfrm>
        </p:spPr>
        <p:txBody>
          <a:bodyPr/>
          <a:lstStyle>
            <a:lvl1pPr>
              <a:defRPr/>
            </a:lvl1pPr>
          </a:lstStyle>
          <a:p>
            <a:pPr>
              <a:defRPr/>
            </a:pPr>
            <a:fld id="{95899464-6493-4946-8097-DDE2CEC58CD0}" type="datetime1">
              <a:rPr lang="en-US" altLang="en-US"/>
              <a:pPr>
                <a:defRPr/>
              </a:pPr>
              <a:t>4/28/2026</a:t>
            </a:fld>
            <a:endParaRPr lang="en-US" altLang="en-US"/>
          </a:p>
        </p:txBody>
      </p:sp>
      <p:sp>
        <p:nvSpPr>
          <p:cNvPr id="21" name="Footer Placeholder 16">
            <a:extLst>
              <a:ext uri="{FF2B5EF4-FFF2-40B4-BE49-F238E27FC236}">
                <a16:creationId xmlns:a16="http://schemas.microsoft.com/office/drawing/2014/main" id="{B3C80ADB-3607-69D1-8108-B72AA6914D24}"/>
              </a:ext>
            </a:extLst>
          </p:cNvPr>
          <p:cNvSpPr>
            <a:spLocks noGrp="1"/>
          </p:cNvSpPr>
          <p:nvPr>
            <p:ph type="ftr" sz="quarter" idx="11"/>
          </p:nvPr>
        </p:nvSpPr>
        <p:spPr bwMode="auto">
          <a:xfrm rot="5400000">
            <a:off x="7077076" y="4181475"/>
            <a:ext cx="3657600" cy="384175"/>
          </a:xfrm>
        </p:spPr>
        <p:txBody>
          <a:bodyPr/>
          <a:lstStyle>
            <a:lvl1pPr>
              <a:defRPr/>
            </a:lvl1pPr>
          </a:lstStyle>
          <a:p>
            <a:pPr>
              <a:defRPr/>
            </a:pPr>
            <a:r>
              <a:rPr lang="en-US" altLang="en-US"/>
              <a:t>GP Approach to Record Deduplication                                                            Matoshri ,COE , Nashik-3</a:t>
            </a:r>
            <a:endParaRPr lang="en-US"/>
          </a:p>
        </p:txBody>
      </p:sp>
      <p:sp>
        <p:nvSpPr>
          <p:cNvPr id="22" name="Slide Number Placeholder 28">
            <a:extLst>
              <a:ext uri="{FF2B5EF4-FFF2-40B4-BE49-F238E27FC236}">
                <a16:creationId xmlns:a16="http://schemas.microsoft.com/office/drawing/2014/main" id="{7E26444E-565A-4987-FCC1-53E911A1D1BF}"/>
              </a:ext>
            </a:extLst>
          </p:cNvPr>
          <p:cNvSpPr>
            <a:spLocks noGrp="1"/>
          </p:cNvSpPr>
          <p:nvPr>
            <p:ph type="sldNum" sz="quarter" idx="12"/>
          </p:nvPr>
        </p:nvSpPr>
        <p:spPr bwMode="auto">
          <a:xfrm>
            <a:off x="1325563" y="4929188"/>
            <a:ext cx="609600" cy="517525"/>
          </a:xfrm>
        </p:spPr>
        <p:txBody>
          <a:bodyPr/>
          <a:lstStyle>
            <a:lvl1pPr>
              <a:defRPr/>
            </a:lvl1pPr>
          </a:lstStyle>
          <a:p>
            <a:fld id="{357F874C-D692-4644-816B-DE1DA63BE498}" type="slidenum">
              <a:rPr lang="en-US" altLang="en-US"/>
              <a:pPr/>
              <a:t>‹#›</a:t>
            </a:fld>
            <a:endParaRPr lang="en-US" altLang="en-US"/>
          </a:p>
        </p:txBody>
      </p:sp>
    </p:spTree>
    <p:extLst>
      <p:ext uri="{BB962C8B-B14F-4D97-AF65-F5344CB8AC3E}">
        <p14:creationId xmlns:p14="http://schemas.microsoft.com/office/powerpoint/2010/main" val="2669185535"/>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1"/>
              <a:t>Click to edit Master title style</a:t>
            </a:r>
          </a:p>
        </p:txBody>
      </p:sp>
      <p:sp>
        <p:nvSpPr>
          <p:cNvPr id="8" name="Content Placeholder 7"/>
          <p:cNvSpPr>
            <a:spLocks noGrp="1"/>
          </p:cNvSpPr>
          <p:nvPr>
            <p:ph sz="quarter" idx="1"/>
          </p:nvPr>
        </p:nvSpPr>
        <p:spPr>
          <a:xfrm>
            <a:off x="457200" y="1600200"/>
            <a:ext cx="7467600" cy="4873752"/>
          </a:xfrm>
        </p:spPr>
        <p:txBody>
          <a:body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p>
        </p:txBody>
      </p:sp>
      <p:sp>
        <p:nvSpPr>
          <p:cNvPr id="3" name="Date Placeholder 6">
            <a:extLst>
              <a:ext uri="{FF2B5EF4-FFF2-40B4-BE49-F238E27FC236}">
                <a16:creationId xmlns:a16="http://schemas.microsoft.com/office/drawing/2014/main" id="{032130C0-8CF7-2AD2-60EE-1C961773D569}"/>
              </a:ext>
            </a:extLst>
          </p:cNvPr>
          <p:cNvSpPr>
            <a:spLocks noGrp="1"/>
          </p:cNvSpPr>
          <p:nvPr>
            <p:ph type="dt" sz="half" idx="10"/>
          </p:nvPr>
        </p:nvSpPr>
        <p:spPr/>
        <p:txBody>
          <a:bodyPr/>
          <a:lstStyle>
            <a:lvl1pPr>
              <a:defRPr/>
            </a:lvl1pPr>
          </a:lstStyle>
          <a:p>
            <a:pPr>
              <a:defRPr/>
            </a:pPr>
            <a:fld id="{58C6DDC9-313F-48AE-A7F3-655EF5DB9404}" type="datetime1">
              <a:rPr lang="en-US" altLang="en-US"/>
              <a:pPr>
                <a:defRPr/>
              </a:pPr>
              <a:t>4/28/2026</a:t>
            </a:fld>
            <a:endParaRPr lang="en-US" altLang="en-US"/>
          </a:p>
        </p:txBody>
      </p:sp>
      <p:sp>
        <p:nvSpPr>
          <p:cNvPr id="4" name="Slide Number Placeholder 8">
            <a:extLst>
              <a:ext uri="{FF2B5EF4-FFF2-40B4-BE49-F238E27FC236}">
                <a16:creationId xmlns:a16="http://schemas.microsoft.com/office/drawing/2014/main" id="{69D0CD7F-8953-266B-E365-979959EF307B}"/>
              </a:ext>
            </a:extLst>
          </p:cNvPr>
          <p:cNvSpPr>
            <a:spLocks noGrp="1"/>
          </p:cNvSpPr>
          <p:nvPr>
            <p:ph type="sldNum" sz="quarter" idx="11"/>
          </p:nvPr>
        </p:nvSpPr>
        <p:spPr/>
        <p:txBody>
          <a:bodyPr/>
          <a:lstStyle>
            <a:lvl1pPr>
              <a:defRPr/>
            </a:lvl1pPr>
          </a:lstStyle>
          <a:p>
            <a:fld id="{018E0F31-A851-4628-B91B-5D37F38A389E}" type="slidenum">
              <a:rPr lang="en-US" altLang="en-US"/>
              <a:pPr/>
              <a:t>‹#›</a:t>
            </a:fld>
            <a:endParaRPr lang="en-US" altLang="en-US"/>
          </a:p>
        </p:txBody>
      </p:sp>
      <p:sp>
        <p:nvSpPr>
          <p:cNvPr id="5" name="Footer Placeholder 9">
            <a:extLst>
              <a:ext uri="{FF2B5EF4-FFF2-40B4-BE49-F238E27FC236}">
                <a16:creationId xmlns:a16="http://schemas.microsoft.com/office/drawing/2014/main" id="{0F6D54D7-B8C0-0363-A250-FA85561EE838}"/>
              </a:ext>
            </a:extLst>
          </p:cNvPr>
          <p:cNvSpPr>
            <a:spLocks noGrp="1"/>
          </p:cNvSpPr>
          <p:nvPr>
            <p:ph type="ftr" sz="quarter" idx="12"/>
          </p:nvPr>
        </p:nvSpPr>
        <p:spPr/>
        <p:txBody>
          <a:bodyPr/>
          <a:lstStyle>
            <a:lvl1pPr>
              <a:defRPr/>
            </a:lvl1pPr>
          </a:lstStyle>
          <a:p>
            <a:pPr>
              <a:defRPr/>
            </a:pPr>
            <a:r>
              <a:rPr lang="en-US" altLang="en-US"/>
              <a:t>GP Approach to Record Deduplication                                                            Matoshri ,COE , Nashik-3</a:t>
            </a:r>
            <a:endParaRPr lang="en-US"/>
          </a:p>
        </p:txBody>
      </p:sp>
    </p:spTree>
    <p:extLst>
      <p:ext uri="{BB962C8B-B14F-4D97-AF65-F5344CB8AC3E}">
        <p14:creationId xmlns:p14="http://schemas.microsoft.com/office/powerpoint/2010/main" val="25725951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bwMode="auto">
      <p:bgPr>
        <a:solidFill>
          <a:schemeClr val="bg2"/>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0053727-A78E-5EDB-0FFB-6C3D837225DD}"/>
              </a:ext>
            </a:extLst>
          </p:cNvPr>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solidFill>
                <a:srgbClr val="FFFFFF"/>
              </a:solidFill>
              <a:cs typeface="Arial" pitchFamily="34" charset="0"/>
            </a:endParaRPr>
          </a:p>
        </p:txBody>
      </p:sp>
      <p:sp>
        <p:nvSpPr>
          <p:cNvPr id="5" name="Rectangle 4">
            <a:extLst>
              <a:ext uri="{FF2B5EF4-FFF2-40B4-BE49-F238E27FC236}">
                <a16:creationId xmlns:a16="http://schemas.microsoft.com/office/drawing/2014/main" id="{6D9AC850-3D5F-FEB7-4AB2-141E0AC0DB35}"/>
              </a:ext>
            </a:extLst>
          </p:cNvPr>
          <p:cNvSpPr/>
          <p:nvPr/>
        </p:nvSpPr>
        <p:spPr bwMode="auto">
          <a:xfrm>
            <a:off x="276225"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solidFill>
                <a:srgbClr val="FFFFFF"/>
              </a:solidFill>
              <a:cs typeface="Arial" pitchFamily="34" charset="0"/>
            </a:endParaRPr>
          </a:p>
        </p:txBody>
      </p:sp>
      <p:sp>
        <p:nvSpPr>
          <p:cNvPr id="6" name="Rectangle 5">
            <a:extLst>
              <a:ext uri="{FF2B5EF4-FFF2-40B4-BE49-F238E27FC236}">
                <a16:creationId xmlns:a16="http://schemas.microsoft.com/office/drawing/2014/main" id="{8F28A652-CD02-9B74-9C37-0C7D381F934F}"/>
              </a:ext>
            </a:extLst>
          </p:cNvPr>
          <p:cNvSpPr/>
          <p:nvPr/>
        </p:nvSpPr>
        <p:spPr bwMode="auto">
          <a:xfrm>
            <a:off x="990600" y="0"/>
            <a:ext cx="182563"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solidFill>
                <a:srgbClr val="FFFFFF"/>
              </a:solidFill>
              <a:cs typeface="Arial" pitchFamily="34" charset="0"/>
            </a:endParaRPr>
          </a:p>
        </p:txBody>
      </p:sp>
      <p:sp>
        <p:nvSpPr>
          <p:cNvPr id="7" name="Rectangle 6">
            <a:extLst>
              <a:ext uri="{FF2B5EF4-FFF2-40B4-BE49-F238E27FC236}">
                <a16:creationId xmlns:a16="http://schemas.microsoft.com/office/drawing/2014/main" id="{8B89AEDC-0A29-7E1D-7318-A9B140834E18}"/>
              </a:ext>
            </a:extLst>
          </p:cNvPr>
          <p:cNvSpPr/>
          <p:nvPr/>
        </p:nvSpPr>
        <p:spPr bwMode="auto">
          <a:xfrm>
            <a:off x="1141413" y="0"/>
            <a:ext cx="230187"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solidFill>
                <a:srgbClr val="FFFFFF"/>
              </a:solidFill>
              <a:cs typeface="Arial" pitchFamily="34" charset="0"/>
            </a:endParaRPr>
          </a:p>
        </p:txBody>
      </p:sp>
      <p:sp>
        <p:nvSpPr>
          <p:cNvPr id="8" name="Straight Connector 7">
            <a:extLst>
              <a:ext uri="{FF2B5EF4-FFF2-40B4-BE49-F238E27FC236}">
                <a16:creationId xmlns:a16="http://schemas.microsoft.com/office/drawing/2014/main" id="{A2EFE12F-E362-1524-ED7F-46AE4720454C}"/>
              </a:ext>
            </a:extLst>
          </p:cNvPr>
          <p:cNvSpPr>
            <a:spLocks noChangeShapeType="1"/>
          </p:cNvSpPr>
          <p:nvPr/>
        </p:nvSpPr>
        <p:spPr bwMode="auto">
          <a:xfrm>
            <a:off x="106363"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pPr>
              <a:defRPr/>
            </a:pPr>
            <a:endParaRPr lang="en-US" altLang="en-US">
              <a:ea typeface="SimSun" pitchFamily="2" charset="-122"/>
            </a:endParaRPr>
          </a:p>
        </p:txBody>
      </p:sp>
      <p:sp>
        <p:nvSpPr>
          <p:cNvPr id="9" name="Straight Connector 8">
            <a:extLst>
              <a:ext uri="{FF2B5EF4-FFF2-40B4-BE49-F238E27FC236}">
                <a16:creationId xmlns:a16="http://schemas.microsoft.com/office/drawing/2014/main" id="{E009918F-6E5E-3D28-20F4-34CB3BAF409E}"/>
              </a:ext>
            </a:extLst>
          </p:cNvPr>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pPr>
              <a:defRPr/>
            </a:pPr>
            <a:endParaRPr lang="en-US" altLang="en-US">
              <a:ea typeface="SimSun" pitchFamily="2" charset="-122"/>
            </a:endParaRPr>
          </a:p>
        </p:txBody>
      </p:sp>
      <p:sp>
        <p:nvSpPr>
          <p:cNvPr id="10" name="Straight Connector 9">
            <a:extLst>
              <a:ext uri="{FF2B5EF4-FFF2-40B4-BE49-F238E27FC236}">
                <a16:creationId xmlns:a16="http://schemas.microsoft.com/office/drawing/2014/main" id="{A2E266CF-BE1F-B24F-C4BF-FC094F1BF714}"/>
              </a:ext>
            </a:extLst>
          </p:cNvPr>
          <p:cNvSpPr>
            <a:spLocks noChangeShapeType="1"/>
          </p:cNvSpPr>
          <p:nvPr/>
        </p:nvSpPr>
        <p:spPr bwMode="auto">
          <a:xfrm>
            <a:off x="854075"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pPr>
              <a:defRPr/>
            </a:pPr>
            <a:endParaRPr lang="en-US" altLang="en-US">
              <a:ea typeface="SimSun" pitchFamily="2" charset="-122"/>
            </a:endParaRPr>
          </a:p>
        </p:txBody>
      </p:sp>
      <p:sp>
        <p:nvSpPr>
          <p:cNvPr id="11" name="Straight Connector 10">
            <a:extLst>
              <a:ext uri="{FF2B5EF4-FFF2-40B4-BE49-F238E27FC236}">
                <a16:creationId xmlns:a16="http://schemas.microsoft.com/office/drawing/2014/main" id="{36ADA406-A491-1EF1-D14D-7CC8D0470F66}"/>
              </a:ext>
            </a:extLst>
          </p:cNvPr>
          <p:cNvSpPr>
            <a:spLocks noChangeShapeType="1"/>
          </p:cNvSpPr>
          <p:nvPr/>
        </p:nvSpPr>
        <p:spPr bwMode="auto">
          <a:xfrm>
            <a:off x="172720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pPr>
              <a:defRPr/>
            </a:pPr>
            <a:endParaRPr lang="en-US" altLang="en-US">
              <a:ea typeface="SimSun" pitchFamily="2" charset="-122"/>
            </a:endParaRPr>
          </a:p>
        </p:txBody>
      </p:sp>
      <p:sp>
        <p:nvSpPr>
          <p:cNvPr id="12" name="Straight Connector 11">
            <a:extLst>
              <a:ext uri="{FF2B5EF4-FFF2-40B4-BE49-F238E27FC236}">
                <a16:creationId xmlns:a16="http://schemas.microsoft.com/office/drawing/2014/main" id="{21F5051D-9D1F-EF26-D412-6943E94FB59E}"/>
              </a:ext>
            </a:extLst>
          </p:cNvPr>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pPr>
              <a:defRPr/>
            </a:pPr>
            <a:endParaRPr lang="en-US" altLang="en-US">
              <a:ea typeface="SimSun" pitchFamily="2" charset="-122"/>
            </a:endParaRPr>
          </a:p>
        </p:txBody>
      </p:sp>
      <p:sp>
        <p:nvSpPr>
          <p:cNvPr id="13" name="Rectangle 12">
            <a:extLst>
              <a:ext uri="{FF2B5EF4-FFF2-40B4-BE49-F238E27FC236}">
                <a16:creationId xmlns:a16="http://schemas.microsoft.com/office/drawing/2014/main" id="{1BCAF43A-795A-76B6-94EB-DAC8DE70A63D}"/>
              </a:ext>
            </a:extLst>
          </p:cNvPr>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solidFill>
                <a:srgbClr val="FFFFFF"/>
              </a:solidFill>
              <a:cs typeface="Arial" pitchFamily="34" charset="0"/>
            </a:endParaRPr>
          </a:p>
        </p:txBody>
      </p:sp>
      <p:sp>
        <p:nvSpPr>
          <p:cNvPr id="14" name="Oval 13">
            <a:extLst>
              <a:ext uri="{FF2B5EF4-FFF2-40B4-BE49-F238E27FC236}">
                <a16:creationId xmlns:a16="http://schemas.microsoft.com/office/drawing/2014/main" id="{61A696CB-7885-CC85-56EA-14195B45C0B4}"/>
              </a:ext>
            </a:extLst>
          </p:cNvPr>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solidFill>
                <a:srgbClr val="FFFFFF"/>
              </a:solidFill>
              <a:cs typeface="Arial" pitchFamily="34" charset="0"/>
            </a:endParaRPr>
          </a:p>
        </p:txBody>
      </p:sp>
      <p:sp>
        <p:nvSpPr>
          <p:cNvPr id="15" name="Oval 14">
            <a:extLst>
              <a:ext uri="{FF2B5EF4-FFF2-40B4-BE49-F238E27FC236}">
                <a16:creationId xmlns:a16="http://schemas.microsoft.com/office/drawing/2014/main" id="{CC4EFA2D-A71E-E97F-6641-709F2AB32746}"/>
              </a:ext>
            </a:extLst>
          </p:cNvPr>
          <p:cNvSpPr/>
          <p:nvPr/>
        </p:nvSpPr>
        <p:spPr bwMode="auto">
          <a:xfrm>
            <a:off x="1323975" y="4867275"/>
            <a:ext cx="642938"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solidFill>
                <a:srgbClr val="FFFFFF"/>
              </a:solidFill>
              <a:cs typeface="Arial" pitchFamily="34" charset="0"/>
            </a:endParaRPr>
          </a:p>
        </p:txBody>
      </p:sp>
      <p:sp>
        <p:nvSpPr>
          <p:cNvPr id="16" name="Oval 15">
            <a:extLst>
              <a:ext uri="{FF2B5EF4-FFF2-40B4-BE49-F238E27FC236}">
                <a16:creationId xmlns:a16="http://schemas.microsoft.com/office/drawing/2014/main" id="{48F18FD3-57E7-F092-6B09-5F98057C9131}"/>
              </a:ext>
            </a:extLst>
          </p:cNvPr>
          <p:cNvSpPr/>
          <p:nvPr/>
        </p:nvSpPr>
        <p:spPr bwMode="auto">
          <a:xfrm>
            <a:off x="1090613" y="5500688"/>
            <a:ext cx="138112"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solidFill>
                <a:srgbClr val="FFFFFF"/>
              </a:solidFill>
              <a:cs typeface="Arial" pitchFamily="34" charset="0"/>
            </a:endParaRPr>
          </a:p>
        </p:txBody>
      </p:sp>
      <p:sp>
        <p:nvSpPr>
          <p:cNvPr id="17" name="Oval 16">
            <a:extLst>
              <a:ext uri="{FF2B5EF4-FFF2-40B4-BE49-F238E27FC236}">
                <a16:creationId xmlns:a16="http://schemas.microsoft.com/office/drawing/2014/main" id="{B85CA411-9FDC-B359-3400-A23F4A07B701}"/>
              </a:ext>
            </a:extLst>
          </p:cNvPr>
          <p:cNvSpPr/>
          <p:nvPr/>
        </p:nvSpPr>
        <p:spPr bwMode="auto">
          <a:xfrm>
            <a:off x="1663700" y="5791200"/>
            <a:ext cx="274638"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solidFill>
                <a:srgbClr val="FFFFFF"/>
              </a:solidFill>
              <a:cs typeface="Arial" pitchFamily="34" charset="0"/>
            </a:endParaRPr>
          </a:p>
        </p:txBody>
      </p:sp>
      <p:sp>
        <p:nvSpPr>
          <p:cNvPr id="18" name="Oval 17">
            <a:extLst>
              <a:ext uri="{FF2B5EF4-FFF2-40B4-BE49-F238E27FC236}">
                <a16:creationId xmlns:a16="http://schemas.microsoft.com/office/drawing/2014/main" id="{649F0615-A5EA-3512-7E1D-C9AAB2558BF9}"/>
              </a:ext>
            </a:extLst>
          </p:cNvPr>
          <p:cNvSpPr/>
          <p:nvPr/>
        </p:nvSpPr>
        <p:spPr bwMode="auto">
          <a:xfrm>
            <a:off x="1879600" y="4479925"/>
            <a:ext cx="365125"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solidFill>
                <a:srgbClr val="FFFFFF"/>
              </a:solidFill>
              <a:cs typeface="Arial" pitchFamily="34" charset="0"/>
            </a:endParaRPr>
          </a:p>
        </p:txBody>
      </p:sp>
      <p:sp>
        <p:nvSpPr>
          <p:cNvPr id="19" name="Straight Connector 18">
            <a:extLst>
              <a:ext uri="{FF2B5EF4-FFF2-40B4-BE49-F238E27FC236}">
                <a16:creationId xmlns:a16="http://schemas.microsoft.com/office/drawing/2014/main" id="{DDB462E8-F8E1-F39B-48EF-781EC38CFD02}"/>
              </a:ext>
            </a:extLst>
          </p:cNvPr>
          <p:cNvSpPr>
            <a:spLocks noChangeShapeType="1"/>
          </p:cNvSpPr>
          <p:nvPr/>
        </p:nvSpPr>
        <p:spPr bwMode="auto">
          <a:xfrm>
            <a:off x="9097963"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a:defRPr/>
            </a:pPr>
            <a:endParaRPr lang="en-US" altLang="en-US">
              <a:ea typeface="SimSun" pitchFamily="2" charset="-122"/>
            </a:endParaRPr>
          </a:p>
        </p:txBody>
      </p:sp>
      <p:sp>
        <p:nvSpPr>
          <p:cNvPr id="2" name="Title 1"/>
          <p:cNvSpPr>
            <a:spLocks noGrp="1"/>
          </p:cNvSpPr>
          <p:nvPr>
            <p:ph type="title"/>
          </p:nvPr>
        </p:nvSpPr>
        <p:spPr>
          <a:xfrm>
            <a:off x="2286000" y="2895602"/>
            <a:ext cx="6172200" cy="2053591"/>
          </a:xfrm>
        </p:spPr>
        <p:txBody>
          <a:bodyPr/>
          <a:lstStyle>
            <a:lvl1pPr algn="l">
              <a:buNone/>
              <a:defRPr sz="3000" b="1" cap="small" baseline="0"/>
            </a:lvl1pPr>
          </a:lstStyle>
          <a:p>
            <a:r>
              <a:rPr lang="en-US" noProof="1"/>
              <a:t>Click to edit Master title style</a:t>
            </a:r>
          </a:p>
        </p:txBody>
      </p:sp>
      <p:sp>
        <p:nvSpPr>
          <p:cNvPr id="3" name="Text Placeholder 2"/>
          <p:cNvSpPr>
            <a:spLocks noGrp="1"/>
          </p:cNvSpPr>
          <p:nvPr>
            <p:ph type="body" idx="1"/>
          </p:nvPr>
        </p:nvSpPr>
        <p:spPr>
          <a:xfrm>
            <a:off x="2286000" y="5010151"/>
            <a:ext cx="6172200" cy="1371600"/>
          </a:xfrm>
        </p:spPr>
        <p:txBody>
          <a:bodyPr/>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noProof="1"/>
              <a:t>Click to edit Master text styles</a:t>
            </a:r>
          </a:p>
        </p:txBody>
      </p:sp>
      <p:sp>
        <p:nvSpPr>
          <p:cNvPr id="20" name="Date Placeholder 3">
            <a:extLst>
              <a:ext uri="{FF2B5EF4-FFF2-40B4-BE49-F238E27FC236}">
                <a16:creationId xmlns:a16="http://schemas.microsoft.com/office/drawing/2014/main" id="{46F0351F-C59A-CC30-944C-946318A9BA7A}"/>
              </a:ext>
            </a:extLst>
          </p:cNvPr>
          <p:cNvSpPr>
            <a:spLocks noGrp="1"/>
          </p:cNvSpPr>
          <p:nvPr>
            <p:ph type="dt" sz="half" idx="10"/>
          </p:nvPr>
        </p:nvSpPr>
        <p:spPr bwMode="auto">
          <a:xfrm rot="5400000">
            <a:off x="7762875" y="1169988"/>
            <a:ext cx="2286000" cy="381000"/>
          </a:xfrm>
        </p:spPr>
        <p:txBody>
          <a:bodyPr/>
          <a:lstStyle>
            <a:lvl1pPr>
              <a:defRPr/>
            </a:lvl1pPr>
          </a:lstStyle>
          <a:p>
            <a:pPr>
              <a:defRPr/>
            </a:pPr>
            <a:fld id="{5CC634DA-A48D-4BBC-B1C5-9107641529EB}" type="datetime1">
              <a:rPr lang="en-US" altLang="en-US"/>
              <a:pPr>
                <a:defRPr/>
              </a:pPr>
              <a:t>4/28/2026</a:t>
            </a:fld>
            <a:endParaRPr lang="en-US" altLang="en-US"/>
          </a:p>
        </p:txBody>
      </p:sp>
      <p:sp>
        <p:nvSpPr>
          <p:cNvPr id="21" name="Footer Placeholder 4">
            <a:extLst>
              <a:ext uri="{FF2B5EF4-FFF2-40B4-BE49-F238E27FC236}">
                <a16:creationId xmlns:a16="http://schemas.microsoft.com/office/drawing/2014/main" id="{837EB849-3CCF-918D-2668-DFD4E108AD26}"/>
              </a:ext>
            </a:extLst>
          </p:cNvPr>
          <p:cNvSpPr>
            <a:spLocks noGrp="1"/>
          </p:cNvSpPr>
          <p:nvPr>
            <p:ph type="ftr" sz="quarter" idx="11"/>
          </p:nvPr>
        </p:nvSpPr>
        <p:spPr bwMode="auto">
          <a:xfrm rot="5400000">
            <a:off x="7077076" y="4178300"/>
            <a:ext cx="3657600" cy="384175"/>
          </a:xfrm>
        </p:spPr>
        <p:txBody>
          <a:bodyPr/>
          <a:lstStyle>
            <a:lvl1pPr>
              <a:defRPr/>
            </a:lvl1pPr>
          </a:lstStyle>
          <a:p>
            <a:pPr>
              <a:defRPr/>
            </a:pPr>
            <a:r>
              <a:rPr lang="en-US" altLang="en-US"/>
              <a:t>GP Approach to Record Deduplication                                                            Matoshri ,COE , Nashik-3</a:t>
            </a:r>
            <a:endParaRPr lang="en-US"/>
          </a:p>
        </p:txBody>
      </p:sp>
      <p:sp>
        <p:nvSpPr>
          <p:cNvPr id="22" name="Slide Number Placeholder 5">
            <a:extLst>
              <a:ext uri="{FF2B5EF4-FFF2-40B4-BE49-F238E27FC236}">
                <a16:creationId xmlns:a16="http://schemas.microsoft.com/office/drawing/2014/main" id="{2C61DCAD-2472-A5BA-1C67-E5C46C4F4188}"/>
              </a:ext>
            </a:extLst>
          </p:cNvPr>
          <p:cNvSpPr>
            <a:spLocks noGrp="1"/>
          </p:cNvSpPr>
          <p:nvPr>
            <p:ph type="sldNum" sz="quarter" idx="12"/>
          </p:nvPr>
        </p:nvSpPr>
        <p:spPr bwMode="auto">
          <a:xfrm>
            <a:off x="1339850" y="4929188"/>
            <a:ext cx="609600" cy="517525"/>
          </a:xfrm>
        </p:spPr>
        <p:txBody>
          <a:bodyPr/>
          <a:lstStyle>
            <a:lvl1pPr>
              <a:defRPr/>
            </a:lvl1pPr>
          </a:lstStyle>
          <a:p>
            <a:fld id="{BC78FCA9-B15B-4598-B014-E75CD9EFBE10}" type="slidenum">
              <a:rPr lang="en-US" altLang="en-US"/>
              <a:pPr/>
              <a:t>‹#›</a:t>
            </a:fld>
            <a:endParaRPr lang="en-US" altLang="en-US"/>
          </a:p>
        </p:txBody>
      </p:sp>
    </p:spTree>
    <p:extLst>
      <p:ext uri="{BB962C8B-B14F-4D97-AF65-F5344CB8AC3E}">
        <p14:creationId xmlns:p14="http://schemas.microsoft.com/office/powerpoint/2010/main" val="1024218586"/>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1"/>
              <a:t>Click to edit Master title style</a:t>
            </a:r>
          </a:p>
        </p:txBody>
      </p:sp>
      <p:sp>
        <p:nvSpPr>
          <p:cNvPr id="9" name="Content Placeholder 8"/>
          <p:cNvSpPr>
            <a:spLocks noGrp="1"/>
          </p:cNvSpPr>
          <p:nvPr>
            <p:ph sz="quarter" idx="1"/>
          </p:nvPr>
        </p:nvSpPr>
        <p:spPr>
          <a:xfrm>
            <a:off x="457200" y="1600200"/>
            <a:ext cx="3657600" cy="4572000"/>
          </a:xfrm>
        </p:spPr>
        <p:txBody>
          <a:body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p>
        </p:txBody>
      </p:sp>
      <p:sp>
        <p:nvSpPr>
          <p:cNvPr id="11" name="Content Placeholder 10"/>
          <p:cNvSpPr>
            <a:spLocks noGrp="1"/>
          </p:cNvSpPr>
          <p:nvPr>
            <p:ph sz="quarter" idx="2"/>
          </p:nvPr>
        </p:nvSpPr>
        <p:spPr>
          <a:xfrm>
            <a:off x="4270248" y="1600200"/>
            <a:ext cx="3657600" cy="4572000"/>
          </a:xfrm>
        </p:spPr>
        <p:txBody>
          <a:body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p>
        </p:txBody>
      </p:sp>
      <p:sp>
        <p:nvSpPr>
          <p:cNvPr id="3" name="Date Placeholder 13">
            <a:extLst>
              <a:ext uri="{FF2B5EF4-FFF2-40B4-BE49-F238E27FC236}">
                <a16:creationId xmlns:a16="http://schemas.microsoft.com/office/drawing/2014/main" id="{919BC9A8-1242-68BE-ED5E-8E35779E4BC0}"/>
              </a:ext>
            </a:extLst>
          </p:cNvPr>
          <p:cNvSpPr>
            <a:spLocks noGrp="1"/>
          </p:cNvSpPr>
          <p:nvPr>
            <p:ph type="dt" sz="half" idx="10"/>
          </p:nvPr>
        </p:nvSpPr>
        <p:spPr/>
        <p:txBody>
          <a:bodyPr/>
          <a:lstStyle>
            <a:lvl1pPr>
              <a:defRPr/>
            </a:lvl1pPr>
          </a:lstStyle>
          <a:p>
            <a:pPr>
              <a:defRPr/>
            </a:pPr>
            <a:fld id="{E38C0126-A42D-4677-8EE4-AEC5C97EE800}" type="datetime1">
              <a:rPr lang="en-US" altLang="en-US"/>
              <a:pPr>
                <a:defRPr/>
              </a:pPr>
              <a:t>4/28/2026</a:t>
            </a:fld>
            <a:endParaRPr lang="en-US" altLang="en-US"/>
          </a:p>
        </p:txBody>
      </p:sp>
      <p:sp>
        <p:nvSpPr>
          <p:cNvPr id="4" name="Footer Placeholder 2">
            <a:extLst>
              <a:ext uri="{FF2B5EF4-FFF2-40B4-BE49-F238E27FC236}">
                <a16:creationId xmlns:a16="http://schemas.microsoft.com/office/drawing/2014/main" id="{A0FEC4DC-F314-87B4-D5C3-089A4ACF6204}"/>
              </a:ext>
            </a:extLst>
          </p:cNvPr>
          <p:cNvSpPr>
            <a:spLocks noGrp="1"/>
          </p:cNvSpPr>
          <p:nvPr>
            <p:ph type="ftr" sz="quarter" idx="11"/>
          </p:nvPr>
        </p:nvSpPr>
        <p:spPr/>
        <p:txBody>
          <a:bodyPr/>
          <a:lstStyle>
            <a:lvl1pPr>
              <a:defRPr/>
            </a:lvl1pPr>
          </a:lstStyle>
          <a:p>
            <a:pPr>
              <a:defRPr/>
            </a:pPr>
            <a:r>
              <a:rPr lang="en-US" altLang="en-US"/>
              <a:t>GP Approach to Record Deduplication                                                            Matoshri ,COE , Nashik-3</a:t>
            </a:r>
            <a:endParaRPr lang="en-US"/>
          </a:p>
        </p:txBody>
      </p:sp>
      <p:sp>
        <p:nvSpPr>
          <p:cNvPr id="5" name="Slide Number Placeholder 22">
            <a:extLst>
              <a:ext uri="{FF2B5EF4-FFF2-40B4-BE49-F238E27FC236}">
                <a16:creationId xmlns:a16="http://schemas.microsoft.com/office/drawing/2014/main" id="{75050DA0-52CB-F5C6-84DD-60E5FE38F085}"/>
              </a:ext>
            </a:extLst>
          </p:cNvPr>
          <p:cNvSpPr>
            <a:spLocks noGrp="1"/>
          </p:cNvSpPr>
          <p:nvPr>
            <p:ph type="sldNum" sz="quarter" idx="12"/>
          </p:nvPr>
        </p:nvSpPr>
        <p:spPr/>
        <p:txBody>
          <a:bodyPr/>
          <a:lstStyle>
            <a:lvl1pPr>
              <a:defRPr/>
            </a:lvl1pPr>
          </a:lstStyle>
          <a:p>
            <a:fld id="{1D3472DC-20F9-4062-A347-E2D0D124765F}" type="slidenum">
              <a:rPr lang="en-US" altLang="en-US"/>
              <a:pPr/>
              <a:t>‹#›</a:t>
            </a:fld>
            <a:endParaRPr lang="en-US" altLang="en-US"/>
          </a:p>
        </p:txBody>
      </p:sp>
    </p:spTree>
    <p:extLst>
      <p:ext uri="{BB962C8B-B14F-4D97-AF65-F5344CB8AC3E}">
        <p14:creationId xmlns:p14="http://schemas.microsoft.com/office/powerpoint/2010/main" val="11230216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2"/>
            <a:ext cx="7543800" cy="1143000"/>
          </a:xfrm>
        </p:spPr>
        <p:txBody>
          <a:bodyPr/>
          <a:lstStyle>
            <a:lvl1pPr>
              <a:defRPr/>
            </a:lvl1pPr>
          </a:lstStyle>
          <a:p>
            <a:r>
              <a:rPr lang="en-US" noProof="1"/>
              <a:t>Click to edit Master title style</a:t>
            </a:r>
          </a:p>
        </p:txBody>
      </p:sp>
      <p:sp>
        <p:nvSpPr>
          <p:cNvPr id="11" name="Content Placeholder 10"/>
          <p:cNvSpPr>
            <a:spLocks noGrp="1"/>
          </p:cNvSpPr>
          <p:nvPr>
            <p:ph sz="quarter" idx="2"/>
          </p:nvPr>
        </p:nvSpPr>
        <p:spPr>
          <a:xfrm>
            <a:off x="457200" y="2362200"/>
            <a:ext cx="3657600" cy="3886200"/>
          </a:xfrm>
        </p:spPr>
        <p:txBody>
          <a:body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p>
        </p:txBody>
      </p:sp>
      <p:sp>
        <p:nvSpPr>
          <p:cNvPr id="13" name="Content Placeholder 12"/>
          <p:cNvSpPr>
            <a:spLocks noGrp="1"/>
          </p:cNvSpPr>
          <p:nvPr>
            <p:ph sz="quarter" idx="4"/>
          </p:nvPr>
        </p:nvSpPr>
        <p:spPr>
          <a:xfrm>
            <a:off x="4371975" y="2362200"/>
            <a:ext cx="3657600" cy="3886200"/>
          </a:xfrm>
        </p:spPr>
        <p:txBody>
          <a:body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a:r>
              <a:rPr lang="en-US" noProof="1"/>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a:r>
              <a:rPr lang="en-US" noProof="1"/>
              <a:t>Click to edit Master text styles</a:t>
            </a:r>
          </a:p>
        </p:txBody>
      </p:sp>
      <p:sp>
        <p:nvSpPr>
          <p:cNvPr id="3" name="Date Placeholder 13">
            <a:extLst>
              <a:ext uri="{FF2B5EF4-FFF2-40B4-BE49-F238E27FC236}">
                <a16:creationId xmlns:a16="http://schemas.microsoft.com/office/drawing/2014/main" id="{DDBD2EA2-4F05-40E6-5E64-3F7139E7576F}"/>
              </a:ext>
            </a:extLst>
          </p:cNvPr>
          <p:cNvSpPr>
            <a:spLocks noGrp="1"/>
          </p:cNvSpPr>
          <p:nvPr>
            <p:ph type="dt" sz="half" idx="10"/>
          </p:nvPr>
        </p:nvSpPr>
        <p:spPr/>
        <p:txBody>
          <a:bodyPr/>
          <a:lstStyle>
            <a:lvl1pPr>
              <a:defRPr/>
            </a:lvl1pPr>
          </a:lstStyle>
          <a:p>
            <a:pPr>
              <a:defRPr/>
            </a:pPr>
            <a:fld id="{56EC1EDA-65FE-4623-BCEF-9CCDD1CC0949}" type="datetime1">
              <a:rPr lang="en-US" altLang="en-US"/>
              <a:pPr>
                <a:defRPr/>
              </a:pPr>
              <a:t>4/28/2026</a:t>
            </a:fld>
            <a:endParaRPr lang="en-US" altLang="en-US"/>
          </a:p>
        </p:txBody>
      </p:sp>
      <p:sp>
        <p:nvSpPr>
          <p:cNvPr id="4" name="Footer Placeholder 2">
            <a:extLst>
              <a:ext uri="{FF2B5EF4-FFF2-40B4-BE49-F238E27FC236}">
                <a16:creationId xmlns:a16="http://schemas.microsoft.com/office/drawing/2014/main" id="{2C5F1222-B73F-0443-D37E-4C90DA39E53B}"/>
              </a:ext>
            </a:extLst>
          </p:cNvPr>
          <p:cNvSpPr>
            <a:spLocks noGrp="1"/>
          </p:cNvSpPr>
          <p:nvPr>
            <p:ph type="ftr" sz="quarter" idx="11"/>
          </p:nvPr>
        </p:nvSpPr>
        <p:spPr/>
        <p:txBody>
          <a:bodyPr/>
          <a:lstStyle>
            <a:lvl1pPr>
              <a:defRPr/>
            </a:lvl1pPr>
          </a:lstStyle>
          <a:p>
            <a:pPr>
              <a:defRPr/>
            </a:pPr>
            <a:r>
              <a:rPr lang="en-US" altLang="en-US"/>
              <a:t>GP Approach to Record Deduplication                                                            Matoshri ,COE , Nashik-3</a:t>
            </a:r>
            <a:endParaRPr lang="en-US"/>
          </a:p>
        </p:txBody>
      </p:sp>
      <p:sp>
        <p:nvSpPr>
          <p:cNvPr id="5" name="Slide Number Placeholder 22">
            <a:extLst>
              <a:ext uri="{FF2B5EF4-FFF2-40B4-BE49-F238E27FC236}">
                <a16:creationId xmlns:a16="http://schemas.microsoft.com/office/drawing/2014/main" id="{F2BF2F7E-2FF8-C58C-08F5-E9634F1E98AA}"/>
              </a:ext>
            </a:extLst>
          </p:cNvPr>
          <p:cNvSpPr>
            <a:spLocks noGrp="1"/>
          </p:cNvSpPr>
          <p:nvPr>
            <p:ph type="sldNum" sz="quarter" idx="12"/>
          </p:nvPr>
        </p:nvSpPr>
        <p:spPr/>
        <p:txBody>
          <a:bodyPr/>
          <a:lstStyle>
            <a:lvl1pPr>
              <a:defRPr/>
            </a:lvl1pPr>
          </a:lstStyle>
          <a:p>
            <a:fld id="{B8DA7D9B-32D4-4928-8041-5E58C27B5C0D}" type="slidenum">
              <a:rPr lang="en-US" altLang="en-US"/>
              <a:pPr/>
              <a:t>‹#›</a:t>
            </a:fld>
            <a:endParaRPr lang="en-US" altLang="en-US"/>
          </a:p>
        </p:txBody>
      </p:sp>
    </p:spTree>
    <p:extLst>
      <p:ext uri="{BB962C8B-B14F-4D97-AF65-F5344CB8AC3E}">
        <p14:creationId xmlns:p14="http://schemas.microsoft.com/office/powerpoint/2010/main" val="30143065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1"/>
              <a:t>Click to edit Master title style</a:t>
            </a:r>
          </a:p>
        </p:txBody>
      </p:sp>
      <p:sp>
        <p:nvSpPr>
          <p:cNvPr id="3" name="Date Placeholder 5">
            <a:extLst>
              <a:ext uri="{FF2B5EF4-FFF2-40B4-BE49-F238E27FC236}">
                <a16:creationId xmlns:a16="http://schemas.microsoft.com/office/drawing/2014/main" id="{DF198530-84EE-297B-A350-6D71574A16B3}"/>
              </a:ext>
            </a:extLst>
          </p:cNvPr>
          <p:cNvSpPr>
            <a:spLocks noGrp="1"/>
          </p:cNvSpPr>
          <p:nvPr>
            <p:ph type="dt" sz="half" idx="10"/>
          </p:nvPr>
        </p:nvSpPr>
        <p:spPr/>
        <p:txBody>
          <a:bodyPr/>
          <a:lstStyle>
            <a:lvl1pPr>
              <a:defRPr/>
            </a:lvl1pPr>
          </a:lstStyle>
          <a:p>
            <a:pPr>
              <a:defRPr/>
            </a:pPr>
            <a:fld id="{BFA5274C-D4C0-47A6-83ED-1E53D4DAE813}" type="datetime1">
              <a:rPr lang="en-US" altLang="en-US"/>
              <a:pPr>
                <a:defRPr/>
              </a:pPr>
              <a:t>4/28/2026</a:t>
            </a:fld>
            <a:endParaRPr lang="en-US" altLang="en-US"/>
          </a:p>
        </p:txBody>
      </p:sp>
      <p:sp>
        <p:nvSpPr>
          <p:cNvPr id="4" name="Slide Number Placeholder 6">
            <a:extLst>
              <a:ext uri="{FF2B5EF4-FFF2-40B4-BE49-F238E27FC236}">
                <a16:creationId xmlns:a16="http://schemas.microsoft.com/office/drawing/2014/main" id="{67864BF8-747F-AA0E-4FC1-03BDDC7A5BEB}"/>
              </a:ext>
            </a:extLst>
          </p:cNvPr>
          <p:cNvSpPr>
            <a:spLocks noGrp="1"/>
          </p:cNvSpPr>
          <p:nvPr>
            <p:ph type="sldNum" sz="quarter" idx="11"/>
          </p:nvPr>
        </p:nvSpPr>
        <p:spPr/>
        <p:txBody>
          <a:bodyPr/>
          <a:lstStyle>
            <a:lvl1pPr>
              <a:defRPr/>
            </a:lvl1pPr>
          </a:lstStyle>
          <a:p>
            <a:fld id="{597F8844-E6BC-40A1-AE92-04495D596140}" type="slidenum">
              <a:rPr lang="en-US" altLang="en-US"/>
              <a:pPr/>
              <a:t>‹#›</a:t>
            </a:fld>
            <a:endParaRPr lang="en-US" altLang="en-US"/>
          </a:p>
        </p:txBody>
      </p:sp>
      <p:sp>
        <p:nvSpPr>
          <p:cNvPr id="5" name="Footer Placeholder 7">
            <a:extLst>
              <a:ext uri="{FF2B5EF4-FFF2-40B4-BE49-F238E27FC236}">
                <a16:creationId xmlns:a16="http://schemas.microsoft.com/office/drawing/2014/main" id="{BCEF3A4E-B812-15A9-3847-93C6BD0DF24A}"/>
              </a:ext>
            </a:extLst>
          </p:cNvPr>
          <p:cNvSpPr>
            <a:spLocks noGrp="1"/>
          </p:cNvSpPr>
          <p:nvPr>
            <p:ph type="ftr" sz="quarter" idx="12"/>
          </p:nvPr>
        </p:nvSpPr>
        <p:spPr/>
        <p:txBody>
          <a:bodyPr/>
          <a:lstStyle>
            <a:lvl1pPr>
              <a:defRPr/>
            </a:lvl1pPr>
          </a:lstStyle>
          <a:p>
            <a:pPr>
              <a:defRPr/>
            </a:pPr>
            <a:r>
              <a:rPr lang="en-US" altLang="en-US"/>
              <a:t>GP Approach to Record Deduplication                                                            Matoshri ,COE , Nashik-3</a:t>
            </a:r>
            <a:endParaRPr lang="en-US"/>
          </a:p>
        </p:txBody>
      </p:sp>
    </p:spTree>
    <p:extLst>
      <p:ext uri="{BB962C8B-B14F-4D97-AF65-F5344CB8AC3E}">
        <p14:creationId xmlns:p14="http://schemas.microsoft.com/office/powerpoint/2010/main" val="15949798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a:extLst>
              <a:ext uri="{FF2B5EF4-FFF2-40B4-BE49-F238E27FC236}">
                <a16:creationId xmlns:a16="http://schemas.microsoft.com/office/drawing/2014/main" id="{BC1A3825-00FC-00C2-BC21-DB5492C0DF46}"/>
              </a:ext>
            </a:extLst>
          </p:cNvPr>
          <p:cNvSpPr>
            <a:spLocks noGrp="1"/>
          </p:cNvSpPr>
          <p:nvPr>
            <p:ph type="dt" sz="half" idx="10"/>
          </p:nvPr>
        </p:nvSpPr>
        <p:spPr/>
        <p:txBody>
          <a:bodyPr/>
          <a:lstStyle>
            <a:lvl1pPr>
              <a:defRPr/>
            </a:lvl1pPr>
          </a:lstStyle>
          <a:p>
            <a:pPr>
              <a:defRPr/>
            </a:pPr>
            <a:fld id="{0DA16F3C-C109-473C-A33E-BE46E862CAF9}" type="datetime1">
              <a:rPr lang="en-US" altLang="en-US"/>
              <a:pPr>
                <a:defRPr/>
              </a:pPr>
              <a:t>4/28/2026</a:t>
            </a:fld>
            <a:endParaRPr lang="en-US" altLang="en-US"/>
          </a:p>
        </p:txBody>
      </p:sp>
      <p:sp>
        <p:nvSpPr>
          <p:cNvPr id="3" name="Footer Placeholder 2">
            <a:extLst>
              <a:ext uri="{FF2B5EF4-FFF2-40B4-BE49-F238E27FC236}">
                <a16:creationId xmlns:a16="http://schemas.microsoft.com/office/drawing/2014/main" id="{9E0DED91-585E-C9A7-F005-EB78BE013B2D}"/>
              </a:ext>
            </a:extLst>
          </p:cNvPr>
          <p:cNvSpPr>
            <a:spLocks noGrp="1"/>
          </p:cNvSpPr>
          <p:nvPr>
            <p:ph type="ftr" sz="quarter" idx="11"/>
          </p:nvPr>
        </p:nvSpPr>
        <p:spPr/>
        <p:txBody>
          <a:bodyPr/>
          <a:lstStyle>
            <a:lvl1pPr>
              <a:defRPr/>
            </a:lvl1pPr>
          </a:lstStyle>
          <a:p>
            <a:pPr>
              <a:defRPr/>
            </a:pPr>
            <a:r>
              <a:rPr lang="en-US" altLang="en-US"/>
              <a:t>GP Approach to Record Deduplication                                                            Matoshri ,COE , Nashik-3</a:t>
            </a:r>
            <a:endParaRPr lang="en-US"/>
          </a:p>
        </p:txBody>
      </p:sp>
      <p:sp>
        <p:nvSpPr>
          <p:cNvPr id="4" name="Slide Number Placeholder 22">
            <a:extLst>
              <a:ext uri="{FF2B5EF4-FFF2-40B4-BE49-F238E27FC236}">
                <a16:creationId xmlns:a16="http://schemas.microsoft.com/office/drawing/2014/main" id="{A4554B81-BDBF-8FDE-99F5-11586B32B1FF}"/>
              </a:ext>
            </a:extLst>
          </p:cNvPr>
          <p:cNvSpPr>
            <a:spLocks noGrp="1"/>
          </p:cNvSpPr>
          <p:nvPr>
            <p:ph type="sldNum" sz="quarter" idx="12"/>
          </p:nvPr>
        </p:nvSpPr>
        <p:spPr/>
        <p:txBody>
          <a:bodyPr/>
          <a:lstStyle>
            <a:lvl1pPr>
              <a:defRPr/>
            </a:lvl1pPr>
          </a:lstStyle>
          <a:p>
            <a:fld id="{0844FEAE-A1D8-47F5-A0EB-414B13BEC771}" type="slidenum">
              <a:rPr lang="en-US" altLang="en-US"/>
              <a:pPr/>
              <a:t>‹#›</a:t>
            </a:fld>
            <a:endParaRPr lang="en-US" altLang="en-US"/>
          </a:p>
        </p:txBody>
      </p:sp>
    </p:spTree>
    <p:extLst>
      <p:ext uri="{BB962C8B-B14F-4D97-AF65-F5344CB8AC3E}">
        <p14:creationId xmlns:p14="http://schemas.microsoft.com/office/powerpoint/2010/main" val="24811636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4" name="Straight Connector 3">
            <a:extLst>
              <a:ext uri="{FF2B5EF4-FFF2-40B4-BE49-F238E27FC236}">
                <a16:creationId xmlns:a16="http://schemas.microsoft.com/office/drawing/2014/main" id="{3ED41E9F-0805-31DC-606D-D386790700FC}"/>
              </a:ext>
            </a:extLst>
          </p:cNvPr>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pPr>
              <a:defRPr/>
            </a:pPr>
            <a:endParaRPr lang="en-US" altLang="en-US">
              <a:ea typeface="SimSun" pitchFamily="2" charset="-122"/>
            </a:endParaRPr>
          </a:p>
        </p:txBody>
      </p:sp>
      <p:sp>
        <p:nvSpPr>
          <p:cNvPr id="5" name="Straight Connector 4">
            <a:extLst>
              <a:ext uri="{FF2B5EF4-FFF2-40B4-BE49-F238E27FC236}">
                <a16:creationId xmlns:a16="http://schemas.microsoft.com/office/drawing/2014/main" id="{AEB71D7A-8B90-E4F3-BD34-999970CA7CAC}"/>
              </a:ext>
            </a:extLst>
          </p:cNvPr>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a:defRPr/>
            </a:pPr>
            <a:endParaRPr lang="en-US" altLang="en-US">
              <a:ea typeface="SimSun" pitchFamily="2" charset="-122"/>
            </a:endParaRPr>
          </a:p>
        </p:txBody>
      </p:sp>
      <p:sp>
        <p:nvSpPr>
          <p:cNvPr id="6" name="Straight Connector 16">
            <a:extLst>
              <a:ext uri="{FF2B5EF4-FFF2-40B4-BE49-F238E27FC236}">
                <a16:creationId xmlns:a16="http://schemas.microsoft.com/office/drawing/2014/main" id="{351D78E4-D565-3254-D7DE-6B195155DF2F}"/>
              </a:ext>
            </a:extLst>
          </p:cNvPr>
          <p:cNvSpPr>
            <a:spLocks noChangeShapeType="1"/>
          </p:cNvSpPr>
          <p:nvPr/>
        </p:nvSpPr>
        <p:spPr bwMode="auto">
          <a:xfrm>
            <a:off x="6192838" y="0"/>
            <a:ext cx="0" cy="6858000"/>
          </a:xfrm>
          <a:prstGeom prst="line">
            <a:avLst/>
          </a:prstGeom>
          <a:noFill/>
          <a:ln w="12700" algn="ctr">
            <a:solidFill>
              <a:schemeClr val="accent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 name="Straight Connector 17">
            <a:extLst>
              <a:ext uri="{FF2B5EF4-FFF2-40B4-BE49-F238E27FC236}">
                <a16:creationId xmlns:a16="http://schemas.microsoft.com/office/drawing/2014/main" id="{D8F40AA2-D4C8-B7A5-8DAB-6C22D0540474}"/>
              </a:ext>
            </a:extLst>
          </p:cNvPr>
          <p:cNvSpPr>
            <a:spLocks noChangeShapeType="1"/>
          </p:cNvSpPr>
          <p:nvPr/>
        </p:nvSpPr>
        <p:spPr bwMode="auto">
          <a:xfrm>
            <a:off x="8991600" y="0"/>
            <a:ext cx="0" cy="6858000"/>
          </a:xfrm>
          <a:prstGeom prst="line">
            <a:avLst/>
          </a:prstGeom>
          <a:noFill/>
          <a:ln w="19050" algn="ctr">
            <a:solidFill>
              <a:schemeClr val="accent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8" name="Rectangle 7">
            <a:extLst>
              <a:ext uri="{FF2B5EF4-FFF2-40B4-BE49-F238E27FC236}">
                <a16:creationId xmlns:a16="http://schemas.microsoft.com/office/drawing/2014/main" id="{61F96645-5A7C-55C8-7360-DA1A8491CEF0}"/>
              </a:ext>
            </a:extLst>
          </p:cNvPr>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solidFill>
                <a:srgbClr val="FFFFFF"/>
              </a:solidFill>
              <a:cs typeface="Arial" pitchFamily="34" charset="0"/>
            </a:endParaRPr>
          </a:p>
        </p:txBody>
      </p:sp>
      <p:sp>
        <p:nvSpPr>
          <p:cNvPr id="9" name="Straight Connector 19">
            <a:extLst>
              <a:ext uri="{FF2B5EF4-FFF2-40B4-BE49-F238E27FC236}">
                <a16:creationId xmlns:a16="http://schemas.microsoft.com/office/drawing/2014/main" id="{C4F1119A-FF42-E76D-A653-DFCC4CC33454}"/>
              </a:ext>
            </a:extLst>
          </p:cNvPr>
          <p:cNvSpPr>
            <a:spLocks noChangeShapeType="1"/>
          </p:cNvSpPr>
          <p:nvPr/>
        </p:nvSpPr>
        <p:spPr bwMode="auto">
          <a:xfrm>
            <a:off x="8915400" y="0"/>
            <a:ext cx="0" cy="6858000"/>
          </a:xfrm>
          <a:prstGeom prst="line">
            <a:avLst/>
          </a:prstGeom>
          <a:noFill/>
          <a:ln w="9525" algn="ctr">
            <a:solidFill>
              <a:schemeClr val="accent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 name="Oval 9">
            <a:extLst>
              <a:ext uri="{FF2B5EF4-FFF2-40B4-BE49-F238E27FC236}">
                <a16:creationId xmlns:a16="http://schemas.microsoft.com/office/drawing/2014/main" id="{3C652F79-9259-483B-C7EA-D5089C6861DB}"/>
              </a:ext>
            </a:extLst>
          </p:cNvPr>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solidFill>
                <a:srgbClr val="FFFFFF"/>
              </a:solidFill>
              <a:cs typeface="Arial" pitchFamily="34" charset="0"/>
            </a:endParaRPr>
          </a:p>
        </p:txBody>
      </p:sp>
      <p:sp>
        <p:nvSpPr>
          <p:cNvPr id="2" name="Title 1"/>
          <p:cNvSpPr>
            <a:spLocks noGrp="1"/>
          </p:cNvSpPr>
          <p:nvPr>
            <p:ph type="title"/>
          </p:nvPr>
        </p:nvSpPr>
        <p:spPr>
          <a:xfrm rot="5400000">
            <a:off x="3371850" y="3200400"/>
            <a:ext cx="6309360" cy="457200"/>
          </a:xfrm>
        </p:spPr>
        <p:txBody>
          <a:bodyPr/>
          <a:lstStyle>
            <a:lvl1pPr algn="l">
              <a:buNone/>
              <a:defRPr sz="2000" b="1" cap="small" baseline="0"/>
            </a:lvl1pPr>
          </a:lstStyle>
          <a:p>
            <a:r>
              <a:rPr lang="en-US" noProof="1"/>
              <a:t>Click to edit Master title style</a:t>
            </a:r>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a:r>
              <a:rPr lang="en-US" noProof="1"/>
              <a:t>Click to edit Master text styles</a:t>
            </a:r>
          </a:p>
        </p:txBody>
      </p:sp>
      <p:sp>
        <p:nvSpPr>
          <p:cNvPr id="18" name="Content Placeholder 17"/>
          <p:cNvSpPr>
            <a:spLocks noGrp="1"/>
          </p:cNvSpPr>
          <p:nvPr>
            <p:ph sz="quarter" idx="1"/>
          </p:nvPr>
        </p:nvSpPr>
        <p:spPr>
          <a:xfrm>
            <a:off x="304800" y="274320"/>
            <a:ext cx="5638800" cy="6327648"/>
          </a:xfrm>
        </p:spPr>
        <p:txBody>
          <a:body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p>
        </p:txBody>
      </p:sp>
      <p:sp>
        <p:nvSpPr>
          <p:cNvPr id="11" name="Date Placeholder 20">
            <a:extLst>
              <a:ext uri="{FF2B5EF4-FFF2-40B4-BE49-F238E27FC236}">
                <a16:creationId xmlns:a16="http://schemas.microsoft.com/office/drawing/2014/main" id="{EBE28609-9ECA-D52C-9836-9FF346A4A121}"/>
              </a:ext>
            </a:extLst>
          </p:cNvPr>
          <p:cNvSpPr>
            <a:spLocks noGrp="1"/>
          </p:cNvSpPr>
          <p:nvPr>
            <p:ph type="dt" sz="half" idx="10"/>
          </p:nvPr>
        </p:nvSpPr>
        <p:spPr/>
        <p:txBody>
          <a:bodyPr/>
          <a:lstStyle>
            <a:lvl1pPr>
              <a:defRPr/>
            </a:lvl1pPr>
          </a:lstStyle>
          <a:p>
            <a:pPr>
              <a:defRPr/>
            </a:pPr>
            <a:fld id="{D6D2190E-DDAD-40B1-8FF3-A729EBC75246}" type="datetime1">
              <a:rPr lang="en-US" altLang="en-US"/>
              <a:pPr>
                <a:defRPr/>
              </a:pPr>
              <a:t>4/28/2026</a:t>
            </a:fld>
            <a:endParaRPr lang="en-US" altLang="en-US"/>
          </a:p>
        </p:txBody>
      </p:sp>
      <p:sp>
        <p:nvSpPr>
          <p:cNvPr id="12" name="Slide Number Placeholder 21">
            <a:extLst>
              <a:ext uri="{FF2B5EF4-FFF2-40B4-BE49-F238E27FC236}">
                <a16:creationId xmlns:a16="http://schemas.microsoft.com/office/drawing/2014/main" id="{0B441F03-E856-07C9-8EC0-259BCC13EC0E}"/>
              </a:ext>
            </a:extLst>
          </p:cNvPr>
          <p:cNvSpPr>
            <a:spLocks noGrp="1"/>
          </p:cNvSpPr>
          <p:nvPr>
            <p:ph type="sldNum" sz="quarter" idx="11"/>
          </p:nvPr>
        </p:nvSpPr>
        <p:spPr/>
        <p:txBody>
          <a:bodyPr/>
          <a:lstStyle>
            <a:lvl1pPr>
              <a:defRPr/>
            </a:lvl1pPr>
          </a:lstStyle>
          <a:p>
            <a:fld id="{CB76F75D-559F-4E2E-927A-325821A609DE}" type="slidenum">
              <a:rPr lang="en-US" altLang="en-US"/>
              <a:pPr/>
              <a:t>‹#›</a:t>
            </a:fld>
            <a:endParaRPr lang="en-US" altLang="en-US"/>
          </a:p>
        </p:txBody>
      </p:sp>
      <p:sp>
        <p:nvSpPr>
          <p:cNvPr id="13" name="Footer Placeholder 22">
            <a:extLst>
              <a:ext uri="{FF2B5EF4-FFF2-40B4-BE49-F238E27FC236}">
                <a16:creationId xmlns:a16="http://schemas.microsoft.com/office/drawing/2014/main" id="{0FD8507E-E626-8528-6492-327EDF563364}"/>
              </a:ext>
            </a:extLst>
          </p:cNvPr>
          <p:cNvSpPr>
            <a:spLocks noGrp="1"/>
          </p:cNvSpPr>
          <p:nvPr>
            <p:ph type="ftr" sz="quarter" idx="12"/>
          </p:nvPr>
        </p:nvSpPr>
        <p:spPr/>
        <p:txBody>
          <a:bodyPr/>
          <a:lstStyle>
            <a:lvl1pPr>
              <a:defRPr/>
            </a:lvl1pPr>
          </a:lstStyle>
          <a:p>
            <a:pPr>
              <a:defRPr/>
            </a:pPr>
            <a:r>
              <a:rPr lang="en-US" altLang="en-US"/>
              <a:t>GP Approach to Record Deduplication                                                            Matoshri ,COE , Nashik-3</a:t>
            </a:r>
            <a:endParaRPr lang="en-US"/>
          </a:p>
        </p:txBody>
      </p:sp>
    </p:spTree>
    <p:extLst>
      <p:ext uri="{BB962C8B-B14F-4D97-AF65-F5344CB8AC3E}">
        <p14:creationId xmlns:p14="http://schemas.microsoft.com/office/powerpoint/2010/main" val="2508409940"/>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Straight Connector 4">
            <a:extLst>
              <a:ext uri="{FF2B5EF4-FFF2-40B4-BE49-F238E27FC236}">
                <a16:creationId xmlns:a16="http://schemas.microsoft.com/office/drawing/2014/main" id="{9F7243F4-5907-3F0E-2105-5AD09C9D17E4}"/>
              </a:ext>
            </a:extLst>
          </p:cNvPr>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a:defRPr/>
            </a:pPr>
            <a:endParaRPr lang="en-US" altLang="en-US">
              <a:ea typeface="SimSun" pitchFamily="2" charset="-122"/>
            </a:endParaRPr>
          </a:p>
        </p:txBody>
      </p:sp>
      <p:sp>
        <p:nvSpPr>
          <p:cNvPr id="6" name="Oval 5">
            <a:extLst>
              <a:ext uri="{FF2B5EF4-FFF2-40B4-BE49-F238E27FC236}">
                <a16:creationId xmlns:a16="http://schemas.microsoft.com/office/drawing/2014/main" id="{F94C6358-1770-831B-F783-318B7BAEC0DE}"/>
              </a:ext>
            </a:extLst>
          </p:cNvPr>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solidFill>
                <a:srgbClr val="FFFFFF"/>
              </a:solidFill>
              <a:cs typeface="Arial" pitchFamily="34" charset="0"/>
            </a:endParaRPr>
          </a:p>
        </p:txBody>
      </p:sp>
      <p:sp>
        <p:nvSpPr>
          <p:cNvPr id="7" name="Straight Connector 16">
            <a:extLst>
              <a:ext uri="{FF2B5EF4-FFF2-40B4-BE49-F238E27FC236}">
                <a16:creationId xmlns:a16="http://schemas.microsoft.com/office/drawing/2014/main" id="{DD0311E6-D88C-9E13-C93B-85FA329A30DE}"/>
              </a:ext>
            </a:extLst>
          </p:cNvPr>
          <p:cNvSpPr>
            <a:spLocks noChangeShapeType="1"/>
          </p:cNvSpPr>
          <p:nvPr/>
        </p:nvSpPr>
        <p:spPr bwMode="auto">
          <a:xfrm>
            <a:off x="8991600" y="0"/>
            <a:ext cx="0" cy="68580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8" name="Rectangle 7">
            <a:extLst>
              <a:ext uri="{FF2B5EF4-FFF2-40B4-BE49-F238E27FC236}">
                <a16:creationId xmlns:a16="http://schemas.microsoft.com/office/drawing/2014/main" id="{00249928-B39C-801A-F65D-B0DAF8596110}"/>
              </a:ext>
            </a:extLst>
          </p:cNvPr>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solidFill>
                <a:srgbClr val="FFFFFF"/>
              </a:solidFill>
              <a:cs typeface="Arial" pitchFamily="34" charset="0"/>
            </a:endParaRPr>
          </a:p>
        </p:txBody>
      </p:sp>
      <p:sp>
        <p:nvSpPr>
          <p:cNvPr id="9" name="Straight Connector 18">
            <a:extLst>
              <a:ext uri="{FF2B5EF4-FFF2-40B4-BE49-F238E27FC236}">
                <a16:creationId xmlns:a16="http://schemas.microsoft.com/office/drawing/2014/main" id="{50A67C01-BB1F-5848-10B1-0B40DE9D5B15}"/>
              </a:ext>
            </a:extLst>
          </p:cNvPr>
          <p:cNvSpPr>
            <a:spLocks noChangeShapeType="1"/>
          </p:cNvSpPr>
          <p:nvPr/>
        </p:nvSpPr>
        <p:spPr bwMode="auto">
          <a:xfrm>
            <a:off x="8915400" y="0"/>
            <a:ext cx="0" cy="6858000"/>
          </a:xfrm>
          <a:prstGeom prst="line">
            <a:avLst/>
          </a:prstGeom>
          <a:noFill/>
          <a:ln w="9525" algn="ctr">
            <a:solidFill>
              <a:schemeClr val="accent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 name="Straight Connector 9">
            <a:extLst>
              <a:ext uri="{FF2B5EF4-FFF2-40B4-BE49-F238E27FC236}">
                <a16:creationId xmlns:a16="http://schemas.microsoft.com/office/drawing/2014/main" id="{2E9A9572-1ADA-0E75-0FD2-346CDE2AF2D6}"/>
              </a:ext>
            </a:extLst>
          </p:cNvPr>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a:defRPr/>
            </a:pPr>
            <a:endParaRPr lang="en-US" altLang="en-US">
              <a:ea typeface="SimSun" pitchFamily="2" charset="-122"/>
            </a:endParaRPr>
          </a:p>
        </p:txBody>
      </p:sp>
      <p:sp>
        <p:nvSpPr>
          <p:cNvPr id="11" name="Straight Connector 20">
            <a:extLst>
              <a:ext uri="{FF2B5EF4-FFF2-40B4-BE49-F238E27FC236}">
                <a16:creationId xmlns:a16="http://schemas.microsoft.com/office/drawing/2014/main" id="{51A6A909-12B9-9903-C3AF-5EC64C7114DA}"/>
              </a:ext>
            </a:extLst>
          </p:cNvPr>
          <p:cNvSpPr>
            <a:spLocks noChangeShapeType="1"/>
          </p:cNvSpPr>
          <p:nvPr/>
        </p:nvSpPr>
        <p:spPr bwMode="auto">
          <a:xfrm>
            <a:off x="6192838" y="0"/>
            <a:ext cx="0" cy="6858000"/>
          </a:xfrm>
          <a:prstGeom prst="line">
            <a:avLst/>
          </a:prstGeom>
          <a:noFill/>
          <a:ln w="12700" algn="ctr">
            <a:solidFill>
              <a:schemeClr val="accent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 name="Title 1"/>
          <p:cNvSpPr>
            <a:spLocks noGrp="1"/>
          </p:cNvSpPr>
          <p:nvPr>
            <p:ph type="title"/>
          </p:nvPr>
        </p:nvSpPr>
        <p:spPr>
          <a:xfrm rot="5400000">
            <a:off x="3350133" y="3200400"/>
            <a:ext cx="6309360" cy="457200"/>
          </a:xfrm>
        </p:spPr>
        <p:txBody>
          <a:bodyPr/>
          <a:lstStyle>
            <a:lvl1pPr algn="l">
              <a:buNone/>
              <a:defRPr sz="2000" b="1"/>
            </a:lvl1pPr>
          </a:lstStyle>
          <a:p>
            <a:r>
              <a:rPr lang="en-US" noProof="1"/>
              <a:t>Click to edit Master title style</a:t>
            </a:r>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ormAutofit/>
          </a:bodyPr>
          <a:lstStyle>
            <a:lvl1pPr marL="0" indent="0">
              <a:buNone/>
              <a:defRPr sz="3200"/>
            </a:lvl1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6765798" y="264796"/>
            <a:ext cx="1524000" cy="4956048"/>
          </a:xfrm>
        </p:spPr>
        <p:txBody>
          <a:bodyPr rot="0" spcFirstLastPara="0" vertOverflow="overflow" horzOverflow="overflow" spcCol="274320" rtlCol="0" fromWordArt="0" forceAA="0">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a:r>
              <a:rPr lang="en-US" noProof="1"/>
              <a:t>Click to edit Master text styles</a:t>
            </a:r>
          </a:p>
        </p:txBody>
      </p:sp>
      <p:sp>
        <p:nvSpPr>
          <p:cNvPr id="12" name="Date Placeholder 16">
            <a:extLst>
              <a:ext uri="{FF2B5EF4-FFF2-40B4-BE49-F238E27FC236}">
                <a16:creationId xmlns:a16="http://schemas.microsoft.com/office/drawing/2014/main" id="{83E6D48B-1A96-A3A1-36A7-B9D5D0C177A0}"/>
              </a:ext>
            </a:extLst>
          </p:cNvPr>
          <p:cNvSpPr>
            <a:spLocks noGrp="1"/>
          </p:cNvSpPr>
          <p:nvPr>
            <p:ph type="dt" sz="half" idx="10"/>
          </p:nvPr>
        </p:nvSpPr>
        <p:spPr/>
        <p:txBody>
          <a:bodyPr/>
          <a:lstStyle>
            <a:lvl1pPr>
              <a:defRPr/>
            </a:lvl1pPr>
          </a:lstStyle>
          <a:p>
            <a:pPr>
              <a:defRPr/>
            </a:pPr>
            <a:fld id="{256EE62E-17D0-48E9-88DE-1E48D016BCD1}" type="datetime1">
              <a:rPr lang="en-US" altLang="en-US"/>
              <a:pPr>
                <a:defRPr/>
              </a:pPr>
              <a:t>4/28/2026</a:t>
            </a:fld>
            <a:endParaRPr lang="en-US" altLang="en-US"/>
          </a:p>
        </p:txBody>
      </p:sp>
      <p:sp>
        <p:nvSpPr>
          <p:cNvPr id="13" name="Slide Number Placeholder 17">
            <a:extLst>
              <a:ext uri="{FF2B5EF4-FFF2-40B4-BE49-F238E27FC236}">
                <a16:creationId xmlns:a16="http://schemas.microsoft.com/office/drawing/2014/main" id="{3CBABF91-C560-8456-F375-1ACA4CB2F577}"/>
              </a:ext>
            </a:extLst>
          </p:cNvPr>
          <p:cNvSpPr>
            <a:spLocks noGrp="1"/>
          </p:cNvSpPr>
          <p:nvPr>
            <p:ph type="sldNum" sz="quarter" idx="11"/>
          </p:nvPr>
        </p:nvSpPr>
        <p:spPr/>
        <p:txBody>
          <a:bodyPr/>
          <a:lstStyle>
            <a:lvl1pPr>
              <a:defRPr/>
            </a:lvl1pPr>
          </a:lstStyle>
          <a:p>
            <a:fld id="{0DB6F590-3C19-4AFB-B24D-F95BF60C7561}" type="slidenum">
              <a:rPr lang="en-US" altLang="en-US"/>
              <a:pPr/>
              <a:t>‹#›</a:t>
            </a:fld>
            <a:endParaRPr lang="en-US" altLang="en-US"/>
          </a:p>
        </p:txBody>
      </p:sp>
      <p:sp>
        <p:nvSpPr>
          <p:cNvPr id="14" name="Footer Placeholder 20">
            <a:extLst>
              <a:ext uri="{FF2B5EF4-FFF2-40B4-BE49-F238E27FC236}">
                <a16:creationId xmlns:a16="http://schemas.microsoft.com/office/drawing/2014/main" id="{A866C62F-1F7E-A4AE-C388-9F1E3699ADC0}"/>
              </a:ext>
            </a:extLst>
          </p:cNvPr>
          <p:cNvSpPr>
            <a:spLocks noGrp="1"/>
          </p:cNvSpPr>
          <p:nvPr>
            <p:ph type="ftr" sz="quarter" idx="12"/>
          </p:nvPr>
        </p:nvSpPr>
        <p:spPr/>
        <p:txBody>
          <a:bodyPr/>
          <a:lstStyle>
            <a:lvl1pPr>
              <a:defRPr/>
            </a:lvl1pPr>
          </a:lstStyle>
          <a:p>
            <a:pPr>
              <a:defRPr/>
            </a:pPr>
            <a:r>
              <a:rPr lang="en-US" altLang="en-US"/>
              <a:t>GP Approach to Record Deduplication                                                            Matoshri ,COE , Nashik-3</a:t>
            </a:r>
            <a:endParaRPr lang="en-US"/>
          </a:p>
        </p:txBody>
      </p:sp>
    </p:spTree>
    <p:extLst>
      <p:ext uri="{BB962C8B-B14F-4D97-AF65-F5344CB8AC3E}">
        <p14:creationId xmlns:p14="http://schemas.microsoft.com/office/powerpoint/2010/main" val="13402737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1"/>
              <a:t>Click to edit Master title style</a:t>
            </a:r>
          </a:p>
        </p:txBody>
      </p:sp>
      <p:sp>
        <p:nvSpPr>
          <p:cNvPr id="3" name="Vertical Text Placeholder 2"/>
          <p:cNvSpPr>
            <a:spLocks noGrp="1"/>
          </p:cNvSpPr>
          <p:nvPr>
            <p:ph type="body" orient="vert" idx="1"/>
          </p:nvPr>
        </p:nvSpPr>
        <p:spPr/>
        <p:txBody>
          <a:bodyPr vert="eaVert"/>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p>
        </p:txBody>
      </p:sp>
      <p:sp>
        <p:nvSpPr>
          <p:cNvPr id="4" name="Date Placeholder 13">
            <a:extLst>
              <a:ext uri="{FF2B5EF4-FFF2-40B4-BE49-F238E27FC236}">
                <a16:creationId xmlns:a16="http://schemas.microsoft.com/office/drawing/2014/main" id="{63FCE9E2-6D1A-EE7E-D444-1593C9691839}"/>
              </a:ext>
            </a:extLst>
          </p:cNvPr>
          <p:cNvSpPr>
            <a:spLocks noGrp="1"/>
          </p:cNvSpPr>
          <p:nvPr>
            <p:ph type="dt" sz="half" idx="10"/>
          </p:nvPr>
        </p:nvSpPr>
        <p:spPr/>
        <p:txBody>
          <a:bodyPr/>
          <a:lstStyle>
            <a:lvl1pPr>
              <a:defRPr/>
            </a:lvl1pPr>
          </a:lstStyle>
          <a:p>
            <a:pPr>
              <a:defRPr/>
            </a:pPr>
            <a:fld id="{94CE54C9-0C38-4C6C-9401-7D71E7B154D0}" type="datetime1">
              <a:rPr lang="en-US" altLang="en-US"/>
              <a:pPr>
                <a:defRPr/>
              </a:pPr>
              <a:t>4/28/2026</a:t>
            </a:fld>
            <a:endParaRPr lang="en-US" altLang="en-US"/>
          </a:p>
        </p:txBody>
      </p:sp>
      <p:sp>
        <p:nvSpPr>
          <p:cNvPr id="5" name="Footer Placeholder 2">
            <a:extLst>
              <a:ext uri="{FF2B5EF4-FFF2-40B4-BE49-F238E27FC236}">
                <a16:creationId xmlns:a16="http://schemas.microsoft.com/office/drawing/2014/main" id="{FDAE4ECC-FAAF-A2AD-2A71-02424064A032}"/>
              </a:ext>
            </a:extLst>
          </p:cNvPr>
          <p:cNvSpPr>
            <a:spLocks noGrp="1"/>
          </p:cNvSpPr>
          <p:nvPr>
            <p:ph type="ftr" sz="quarter" idx="11"/>
          </p:nvPr>
        </p:nvSpPr>
        <p:spPr/>
        <p:txBody>
          <a:bodyPr/>
          <a:lstStyle>
            <a:lvl1pPr>
              <a:defRPr/>
            </a:lvl1pPr>
          </a:lstStyle>
          <a:p>
            <a:pPr>
              <a:defRPr/>
            </a:pPr>
            <a:r>
              <a:rPr lang="en-US" altLang="en-US"/>
              <a:t>GP Approach to Record Deduplication                                                            Matoshri ,COE , Nashik-3</a:t>
            </a:r>
            <a:endParaRPr lang="en-US"/>
          </a:p>
        </p:txBody>
      </p:sp>
      <p:sp>
        <p:nvSpPr>
          <p:cNvPr id="6" name="Slide Number Placeholder 22">
            <a:extLst>
              <a:ext uri="{FF2B5EF4-FFF2-40B4-BE49-F238E27FC236}">
                <a16:creationId xmlns:a16="http://schemas.microsoft.com/office/drawing/2014/main" id="{56B7FA84-6E3A-4B42-ADE9-69864641D9ED}"/>
              </a:ext>
            </a:extLst>
          </p:cNvPr>
          <p:cNvSpPr>
            <a:spLocks noGrp="1"/>
          </p:cNvSpPr>
          <p:nvPr>
            <p:ph type="sldNum" sz="quarter" idx="12"/>
          </p:nvPr>
        </p:nvSpPr>
        <p:spPr/>
        <p:txBody>
          <a:bodyPr/>
          <a:lstStyle>
            <a:lvl1pPr>
              <a:defRPr/>
            </a:lvl1pPr>
          </a:lstStyle>
          <a:p>
            <a:fld id="{0284B33E-C8D1-452E-BA65-8F38D2CB7580}" type="slidenum">
              <a:rPr lang="en-US" altLang="en-US"/>
              <a:pPr/>
              <a:t>‹#›</a:t>
            </a:fld>
            <a:endParaRPr lang="en-US" altLang="en-US"/>
          </a:p>
        </p:txBody>
      </p:sp>
    </p:spTree>
    <p:extLst>
      <p:ext uri="{BB962C8B-B14F-4D97-AF65-F5344CB8AC3E}">
        <p14:creationId xmlns:p14="http://schemas.microsoft.com/office/powerpoint/2010/main" val="6124218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2"/>
            <a:ext cx="1676400" cy="5851525"/>
          </a:xfrm>
        </p:spPr>
        <p:txBody>
          <a:bodyPr vert="eaVert"/>
          <a:lstStyle/>
          <a:p>
            <a:r>
              <a:rPr lang="en-US" noProof="1"/>
              <a:t>Click to edit Master title style</a:t>
            </a:r>
          </a:p>
        </p:txBody>
      </p:sp>
      <p:sp>
        <p:nvSpPr>
          <p:cNvPr id="3" name="Vertical Text Placeholder 2"/>
          <p:cNvSpPr>
            <a:spLocks noGrp="1"/>
          </p:cNvSpPr>
          <p:nvPr>
            <p:ph type="body" orient="vert" idx="1"/>
          </p:nvPr>
        </p:nvSpPr>
        <p:spPr>
          <a:xfrm>
            <a:off x="457200" y="274640"/>
            <a:ext cx="6019800" cy="5851525"/>
          </a:xfrm>
        </p:spPr>
        <p:txBody>
          <a:bodyPr vert="eaVert"/>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p>
        </p:txBody>
      </p:sp>
      <p:sp>
        <p:nvSpPr>
          <p:cNvPr id="4" name="Date Placeholder 13">
            <a:extLst>
              <a:ext uri="{FF2B5EF4-FFF2-40B4-BE49-F238E27FC236}">
                <a16:creationId xmlns:a16="http://schemas.microsoft.com/office/drawing/2014/main" id="{C8A9BBF4-C624-5026-9CAA-E04C7A414DA8}"/>
              </a:ext>
            </a:extLst>
          </p:cNvPr>
          <p:cNvSpPr>
            <a:spLocks noGrp="1"/>
          </p:cNvSpPr>
          <p:nvPr>
            <p:ph type="dt" sz="half" idx="10"/>
          </p:nvPr>
        </p:nvSpPr>
        <p:spPr/>
        <p:txBody>
          <a:bodyPr/>
          <a:lstStyle>
            <a:lvl1pPr>
              <a:defRPr/>
            </a:lvl1pPr>
          </a:lstStyle>
          <a:p>
            <a:pPr>
              <a:defRPr/>
            </a:pPr>
            <a:fld id="{B3D93CE3-7ECD-48B6-B068-08B7E861D7C2}" type="datetime1">
              <a:rPr lang="en-US" altLang="en-US"/>
              <a:pPr>
                <a:defRPr/>
              </a:pPr>
              <a:t>4/28/2026</a:t>
            </a:fld>
            <a:endParaRPr lang="en-US" altLang="en-US"/>
          </a:p>
        </p:txBody>
      </p:sp>
      <p:sp>
        <p:nvSpPr>
          <p:cNvPr id="5" name="Footer Placeholder 2">
            <a:extLst>
              <a:ext uri="{FF2B5EF4-FFF2-40B4-BE49-F238E27FC236}">
                <a16:creationId xmlns:a16="http://schemas.microsoft.com/office/drawing/2014/main" id="{CA3105CB-C92D-DE23-AC8C-DC4C45EE0C67}"/>
              </a:ext>
            </a:extLst>
          </p:cNvPr>
          <p:cNvSpPr>
            <a:spLocks noGrp="1"/>
          </p:cNvSpPr>
          <p:nvPr>
            <p:ph type="ftr" sz="quarter" idx="11"/>
          </p:nvPr>
        </p:nvSpPr>
        <p:spPr/>
        <p:txBody>
          <a:bodyPr/>
          <a:lstStyle>
            <a:lvl1pPr>
              <a:defRPr/>
            </a:lvl1pPr>
          </a:lstStyle>
          <a:p>
            <a:pPr>
              <a:defRPr/>
            </a:pPr>
            <a:r>
              <a:rPr lang="en-US" altLang="en-US"/>
              <a:t>GP Approach to Record Deduplication                                                            Matoshri ,COE , Nashik-3</a:t>
            </a:r>
            <a:endParaRPr lang="en-US"/>
          </a:p>
        </p:txBody>
      </p:sp>
      <p:sp>
        <p:nvSpPr>
          <p:cNvPr id="6" name="Slide Number Placeholder 22">
            <a:extLst>
              <a:ext uri="{FF2B5EF4-FFF2-40B4-BE49-F238E27FC236}">
                <a16:creationId xmlns:a16="http://schemas.microsoft.com/office/drawing/2014/main" id="{C84EC261-621C-18F8-E2A4-6EAE26F18BA2}"/>
              </a:ext>
            </a:extLst>
          </p:cNvPr>
          <p:cNvSpPr>
            <a:spLocks noGrp="1"/>
          </p:cNvSpPr>
          <p:nvPr>
            <p:ph type="sldNum" sz="quarter" idx="12"/>
          </p:nvPr>
        </p:nvSpPr>
        <p:spPr/>
        <p:txBody>
          <a:bodyPr/>
          <a:lstStyle>
            <a:lvl1pPr>
              <a:defRPr/>
            </a:lvl1pPr>
          </a:lstStyle>
          <a:p>
            <a:fld id="{3B7F67A2-FD32-4145-875D-E6BE17145D9C}" type="slidenum">
              <a:rPr lang="en-US" altLang="en-US"/>
              <a:pPr/>
              <a:t>‹#›</a:t>
            </a:fld>
            <a:endParaRPr lang="en-US" altLang="en-US"/>
          </a:p>
        </p:txBody>
      </p:sp>
    </p:spTree>
    <p:extLst>
      <p:ext uri="{BB962C8B-B14F-4D97-AF65-F5344CB8AC3E}">
        <p14:creationId xmlns:p14="http://schemas.microsoft.com/office/powerpoint/2010/main" val="35751246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F7F58A8-580D-283D-8A2D-8FF26A397523}"/>
              </a:ext>
            </a:extLst>
          </p:cNvPr>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solidFill>
                <a:srgbClr val="FFFFFF"/>
              </a:solidFill>
              <a:ea typeface="SimSun" pitchFamily="2" charset="-122"/>
              <a:cs typeface="Arial" pitchFamily="34" charset="0"/>
            </a:endParaRPr>
          </a:p>
        </p:txBody>
      </p:sp>
      <p:sp>
        <p:nvSpPr>
          <p:cNvPr id="3" name="Rectangle 2">
            <a:extLst>
              <a:ext uri="{FF2B5EF4-FFF2-40B4-BE49-F238E27FC236}">
                <a16:creationId xmlns:a16="http://schemas.microsoft.com/office/drawing/2014/main" id="{23DE6B44-904E-99B5-99B7-9BA10EBF0D61}"/>
              </a:ext>
            </a:extLst>
          </p:cNvPr>
          <p:cNvSpPr/>
          <p:nvPr/>
        </p:nvSpPr>
        <p:spPr bwMode="auto">
          <a:xfrm>
            <a:off x="276225"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solidFill>
                <a:srgbClr val="FFFFFF"/>
              </a:solidFill>
              <a:ea typeface="SimSun" pitchFamily="2" charset="-122"/>
              <a:cs typeface="Arial" pitchFamily="34" charset="0"/>
            </a:endParaRPr>
          </a:p>
        </p:txBody>
      </p:sp>
      <p:sp>
        <p:nvSpPr>
          <p:cNvPr id="4" name="Rectangle 3">
            <a:extLst>
              <a:ext uri="{FF2B5EF4-FFF2-40B4-BE49-F238E27FC236}">
                <a16:creationId xmlns:a16="http://schemas.microsoft.com/office/drawing/2014/main" id="{5B6010A2-1BF3-16B0-6036-2233B7095ECF}"/>
              </a:ext>
            </a:extLst>
          </p:cNvPr>
          <p:cNvSpPr/>
          <p:nvPr/>
        </p:nvSpPr>
        <p:spPr bwMode="auto">
          <a:xfrm>
            <a:off x="990600" y="0"/>
            <a:ext cx="182563"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solidFill>
                <a:srgbClr val="FFFFFF"/>
              </a:solidFill>
              <a:ea typeface="SimSun" pitchFamily="2" charset="-122"/>
              <a:cs typeface="Arial" pitchFamily="34" charset="0"/>
            </a:endParaRPr>
          </a:p>
        </p:txBody>
      </p:sp>
      <p:sp>
        <p:nvSpPr>
          <p:cNvPr id="5" name="Rectangle 4">
            <a:extLst>
              <a:ext uri="{FF2B5EF4-FFF2-40B4-BE49-F238E27FC236}">
                <a16:creationId xmlns:a16="http://schemas.microsoft.com/office/drawing/2014/main" id="{E7C47794-61C5-86A2-6CDC-D6B088B86CAB}"/>
              </a:ext>
            </a:extLst>
          </p:cNvPr>
          <p:cNvSpPr/>
          <p:nvPr/>
        </p:nvSpPr>
        <p:spPr bwMode="auto">
          <a:xfrm>
            <a:off x="1141413" y="0"/>
            <a:ext cx="230187"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solidFill>
                <a:srgbClr val="FFFFFF"/>
              </a:solidFill>
              <a:ea typeface="SimSun" pitchFamily="2" charset="-122"/>
              <a:cs typeface="Arial" pitchFamily="34" charset="0"/>
            </a:endParaRPr>
          </a:p>
        </p:txBody>
      </p:sp>
      <p:sp>
        <p:nvSpPr>
          <p:cNvPr id="6" name="Straight Connector 5">
            <a:extLst>
              <a:ext uri="{FF2B5EF4-FFF2-40B4-BE49-F238E27FC236}">
                <a16:creationId xmlns:a16="http://schemas.microsoft.com/office/drawing/2014/main" id="{FD36FAA3-F43C-711A-6B28-7527E99D13FE}"/>
              </a:ext>
            </a:extLst>
          </p:cNvPr>
          <p:cNvSpPr>
            <a:spLocks noChangeShapeType="1"/>
          </p:cNvSpPr>
          <p:nvPr/>
        </p:nvSpPr>
        <p:spPr bwMode="auto">
          <a:xfrm>
            <a:off x="106363"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pPr>
              <a:defRPr/>
            </a:pPr>
            <a:endParaRPr lang="en-US" altLang="en-US">
              <a:ea typeface="SimSun" pitchFamily="2" charset="-122"/>
            </a:endParaRPr>
          </a:p>
        </p:txBody>
      </p:sp>
      <p:sp>
        <p:nvSpPr>
          <p:cNvPr id="7" name="Straight Connector 6">
            <a:extLst>
              <a:ext uri="{FF2B5EF4-FFF2-40B4-BE49-F238E27FC236}">
                <a16:creationId xmlns:a16="http://schemas.microsoft.com/office/drawing/2014/main" id="{4387F36B-03A0-0F20-F3BA-5FC578BC845E}"/>
              </a:ext>
            </a:extLst>
          </p:cNvPr>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pPr>
              <a:defRPr/>
            </a:pPr>
            <a:endParaRPr lang="en-US" altLang="en-US">
              <a:ea typeface="SimSun" pitchFamily="2" charset="-122"/>
            </a:endParaRPr>
          </a:p>
        </p:txBody>
      </p:sp>
      <p:sp>
        <p:nvSpPr>
          <p:cNvPr id="10" name="Straight Connector 9">
            <a:extLst>
              <a:ext uri="{FF2B5EF4-FFF2-40B4-BE49-F238E27FC236}">
                <a16:creationId xmlns:a16="http://schemas.microsoft.com/office/drawing/2014/main" id="{F7097BAB-7D66-AF5A-7763-FF57FB649547}"/>
              </a:ext>
            </a:extLst>
          </p:cNvPr>
          <p:cNvSpPr>
            <a:spLocks noChangeShapeType="1"/>
          </p:cNvSpPr>
          <p:nvPr/>
        </p:nvSpPr>
        <p:spPr bwMode="auto">
          <a:xfrm>
            <a:off x="854075"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pPr>
              <a:defRPr/>
            </a:pPr>
            <a:endParaRPr lang="en-US" altLang="en-US">
              <a:ea typeface="SimSun" pitchFamily="2" charset="-122"/>
            </a:endParaRPr>
          </a:p>
        </p:txBody>
      </p:sp>
      <p:sp>
        <p:nvSpPr>
          <p:cNvPr id="11" name="Straight Connector 10">
            <a:extLst>
              <a:ext uri="{FF2B5EF4-FFF2-40B4-BE49-F238E27FC236}">
                <a16:creationId xmlns:a16="http://schemas.microsoft.com/office/drawing/2014/main" id="{472563F6-BB6C-E0D7-F4A2-68CD07FE67CB}"/>
              </a:ext>
            </a:extLst>
          </p:cNvPr>
          <p:cNvSpPr>
            <a:spLocks noChangeShapeType="1"/>
          </p:cNvSpPr>
          <p:nvPr/>
        </p:nvSpPr>
        <p:spPr bwMode="auto">
          <a:xfrm>
            <a:off x="172720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pPr>
              <a:defRPr/>
            </a:pPr>
            <a:endParaRPr lang="en-US" altLang="en-US">
              <a:ea typeface="SimSun" pitchFamily="2" charset="-122"/>
            </a:endParaRPr>
          </a:p>
        </p:txBody>
      </p:sp>
      <p:sp>
        <p:nvSpPr>
          <p:cNvPr id="12" name="Straight Connector 11">
            <a:extLst>
              <a:ext uri="{FF2B5EF4-FFF2-40B4-BE49-F238E27FC236}">
                <a16:creationId xmlns:a16="http://schemas.microsoft.com/office/drawing/2014/main" id="{251BB735-AEEE-031C-E17E-D5727A7F5B15}"/>
              </a:ext>
            </a:extLst>
          </p:cNvPr>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pPr>
              <a:defRPr/>
            </a:pPr>
            <a:endParaRPr lang="en-US" altLang="en-US">
              <a:ea typeface="SimSun" pitchFamily="2" charset="-122"/>
            </a:endParaRPr>
          </a:p>
        </p:txBody>
      </p:sp>
      <p:sp>
        <p:nvSpPr>
          <p:cNvPr id="13" name="Straight Connector 12">
            <a:extLst>
              <a:ext uri="{FF2B5EF4-FFF2-40B4-BE49-F238E27FC236}">
                <a16:creationId xmlns:a16="http://schemas.microsoft.com/office/drawing/2014/main" id="{CB468CF4-04EE-9069-CFD0-DEBCBCB24FCA}"/>
              </a:ext>
            </a:extLst>
          </p:cNvPr>
          <p:cNvSpPr>
            <a:spLocks noChangeShapeType="1"/>
          </p:cNvSpPr>
          <p:nvPr/>
        </p:nvSpPr>
        <p:spPr bwMode="auto">
          <a:xfrm>
            <a:off x="9113838"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a:defRPr/>
            </a:pPr>
            <a:endParaRPr lang="en-US" altLang="en-US">
              <a:ea typeface="SimSun" pitchFamily="2" charset="-122"/>
            </a:endParaRPr>
          </a:p>
        </p:txBody>
      </p:sp>
      <p:sp>
        <p:nvSpPr>
          <p:cNvPr id="14" name="Rectangle 13">
            <a:extLst>
              <a:ext uri="{FF2B5EF4-FFF2-40B4-BE49-F238E27FC236}">
                <a16:creationId xmlns:a16="http://schemas.microsoft.com/office/drawing/2014/main" id="{5335F7A2-C216-361E-D57A-436E08B0E14C}"/>
              </a:ext>
            </a:extLst>
          </p:cNvPr>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solidFill>
                <a:srgbClr val="FFFFFF"/>
              </a:solidFill>
              <a:ea typeface="SimSun" pitchFamily="2" charset="-122"/>
              <a:cs typeface="Arial" pitchFamily="34" charset="0"/>
            </a:endParaRPr>
          </a:p>
        </p:txBody>
      </p:sp>
      <p:sp>
        <p:nvSpPr>
          <p:cNvPr id="15" name="Oval 14">
            <a:extLst>
              <a:ext uri="{FF2B5EF4-FFF2-40B4-BE49-F238E27FC236}">
                <a16:creationId xmlns:a16="http://schemas.microsoft.com/office/drawing/2014/main" id="{8C0D0495-CDA0-D9C4-39D3-4BB1B4DF36D4}"/>
              </a:ext>
            </a:extLst>
          </p:cNvPr>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solidFill>
                <a:srgbClr val="FFFFFF"/>
              </a:solidFill>
              <a:ea typeface="SimSun" pitchFamily="2" charset="-122"/>
              <a:cs typeface="Arial" pitchFamily="34" charset="0"/>
            </a:endParaRPr>
          </a:p>
        </p:txBody>
      </p:sp>
      <p:sp>
        <p:nvSpPr>
          <p:cNvPr id="16" name="Oval 15">
            <a:extLst>
              <a:ext uri="{FF2B5EF4-FFF2-40B4-BE49-F238E27FC236}">
                <a16:creationId xmlns:a16="http://schemas.microsoft.com/office/drawing/2014/main" id="{AB150DB2-54F8-DCE5-B558-CC87AE8E95AA}"/>
              </a:ext>
            </a:extLst>
          </p:cNvPr>
          <p:cNvSpPr/>
          <p:nvPr/>
        </p:nvSpPr>
        <p:spPr bwMode="auto">
          <a:xfrm>
            <a:off x="1309688" y="4867275"/>
            <a:ext cx="641350"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solidFill>
                <a:srgbClr val="FFFFFF"/>
              </a:solidFill>
              <a:ea typeface="SimSun" pitchFamily="2" charset="-122"/>
              <a:cs typeface="Arial" pitchFamily="34" charset="0"/>
            </a:endParaRPr>
          </a:p>
        </p:txBody>
      </p:sp>
      <p:sp>
        <p:nvSpPr>
          <p:cNvPr id="17" name="Oval 16">
            <a:extLst>
              <a:ext uri="{FF2B5EF4-FFF2-40B4-BE49-F238E27FC236}">
                <a16:creationId xmlns:a16="http://schemas.microsoft.com/office/drawing/2014/main" id="{648597C0-2ABC-AB5F-30D0-4D3CE21432C6}"/>
              </a:ext>
            </a:extLst>
          </p:cNvPr>
          <p:cNvSpPr/>
          <p:nvPr/>
        </p:nvSpPr>
        <p:spPr bwMode="auto">
          <a:xfrm>
            <a:off x="1090613" y="5500688"/>
            <a:ext cx="138112"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solidFill>
                <a:srgbClr val="FFFFFF"/>
              </a:solidFill>
              <a:ea typeface="SimSun" pitchFamily="2" charset="-122"/>
              <a:cs typeface="Arial" pitchFamily="34" charset="0"/>
            </a:endParaRPr>
          </a:p>
        </p:txBody>
      </p:sp>
      <p:sp>
        <p:nvSpPr>
          <p:cNvPr id="18" name="Oval 17">
            <a:extLst>
              <a:ext uri="{FF2B5EF4-FFF2-40B4-BE49-F238E27FC236}">
                <a16:creationId xmlns:a16="http://schemas.microsoft.com/office/drawing/2014/main" id="{5ECB7699-C112-D960-5AE6-4EA38D0D559C}"/>
              </a:ext>
            </a:extLst>
          </p:cNvPr>
          <p:cNvSpPr/>
          <p:nvPr/>
        </p:nvSpPr>
        <p:spPr bwMode="auto">
          <a:xfrm>
            <a:off x="1663700" y="5788025"/>
            <a:ext cx="274638"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solidFill>
                <a:srgbClr val="FFFFFF"/>
              </a:solidFill>
              <a:ea typeface="SimSun" pitchFamily="2" charset="-122"/>
              <a:cs typeface="Arial" pitchFamily="34" charset="0"/>
            </a:endParaRPr>
          </a:p>
        </p:txBody>
      </p:sp>
      <p:sp>
        <p:nvSpPr>
          <p:cNvPr id="19" name="Oval 18">
            <a:extLst>
              <a:ext uri="{FF2B5EF4-FFF2-40B4-BE49-F238E27FC236}">
                <a16:creationId xmlns:a16="http://schemas.microsoft.com/office/drawing/2014/main" id="{608D1224-C6F4-E77F-6631-2A20B833F08A}"/>
              </a:ext>
            </a:extLst>
          </p:cNvPr>
          <p:cNvSpPr/>
          <p:nvPr/>
        </p:nvSpPr>
        <p:spPr>
          <a:xfrm>
            <a:off x="1905000" y="4495800"/>
            <a:ext cx="365125"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solidFill>
                <a:srgbClr val="FFFFFF"/>
              </a:solidFill>
              <a:ea typeface="SimSun" pitchFamily="2" charset="-122"/>
              <a:cs typeface="Arial" pitchFamily="34" charset="0"/>
            </a:endParaRPr>
          </a:p>
        </p:txBody>
      </p:sp>
      <p:sp>
        <p:nvSpPr>
          <p:cNvPr id="8" name="Title 7"/>
          <p:cNvSpPr>
            <a:spLocks noGrp="1"/>
          </p:cNvSpPr>
          <p:nvPr>
            <p:ph type="ctrTitle"/>
          </p:nvPr>
        </p:nvSpPr>
        <p:spPr>
          <a:xfrm>
            <a:off x="2286000" y="3124201"/>
            <a:ext cx="6172200" cy="1894363"/>
          </a:xfrm>
        </p:spPr>
        <p:txBody>
          <a:bodyPr/>
          <a:lstStyle>
            <a:lvl1pPr>
              <a:defRPr b="1"/>
            </a:lvl1pPr>
          </a:lstStyle>
          <a:p>
            <a:r>
              <a:rPr lang="en-US" noProof="1"/>
              <a:t>Click to edit Master title style</a:t>
            </a:r>
          </a:p>
        </p:txBody>
      </p:sp>
      <p:sp>
        <p:nvSpPr>
          <p:cNvPr id="9" name="Subtitle 8"/>
          <p:cNvSpPr>
            <a:spLocks noGrp="1"/>
          </p:cNvSpPr>
          <p:nvPr>
            <p:ph type="subTitle" idx="1"/>
          </p:nvPr>
        </p:nvSpPr>
        <p:spPr>
          <a:xfrm>
            <a:off x="2286000" y="5003323"/>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noProof="1"/>
              <a:t>Click to edit Master subtitle style</a:t>
            </a:r>
          </a:p>
        </p:txBody>
      </p:sp>
      <p:sp>
        <p:nvSpPr>
          <p:cNvPr id="20" name="Date Placeholder 27">
            <a:extLst>
              <a:ext uri="{FF2B5EF4-FFF2-40B4-BE49-F238E27FC236}">
                <a16:creationId xmlns:a16="http://schemas.microsoft.com/office/drawing/2014/main" id="{E009DB93-6958-75B4-9C70-70AE57E6AA7D}"/>
              </a:ext>
            </a:extLst>
          </p:cNvPr>
          <p:cNvSpPr>
            <a:spLocks noGrp="1"/>
          </p:cNvSpPr>
          <p:nvPr>
            <p:ph type="dt" sz="half" idx="10"/>
          </p:nvPr>
        </p:nvSpPr>
        <p:spPr bwMode="auto">
          <a:xfrm rot="5400000">
            <a:off x="7764463" y="1174750"/>
            <a:ext cx="2286000" cy="381000"/>
          </a:xfrm>
        </p:spPr>
        <p:txBody>
          <a:bodyPr/>
          <a:lstStyle>
            <a:lvl1pPr>
              <a:defRPr/>
            </a:lvl1pPr>
          </a:lstStyle>
          <a:p>
            <a:pPr>
              <a:defRPr/>
            </a:pPr>
            <a:fld id="{1AEF40D0-91D7-4612-88DC-070629D6E245}" type="datetime1">
              <a:rPr lang="en-US" altLang="en-US"/>
              <a:pPr>
                <a:defRPr/>
              </a:pPr>
              <a:t>4/28/2026</a:t>
            </a:fld>
            <a:endParaRPr lang="en-US" altLang="en-US"/>
          </a:p>
        </p:txBody>
      </p:sp>
      <p:sp>
        <p:nvSpPr>
          <p:cNvPr id="21" name="Footer Placeholder 16">
            <a:extLst>
              <a:ext uri="{FF2B5EF4-FFF2-40B4-BE49-F238E27FC236}">
                <a16:creationId xmlns:a16="http://schemas.microsoft.com/office/drawing/2014/main" id="{DBDD0C3A-F7CA-6657-B5FD-6A703CB3089D}"/>
              </a:ext>
            </a:extLst>
          </p:cNvPr>
          <p:cNvSpPr>
            <a:spLocks noGrp="1"/>
          </p:cNvSpPr>
          <p:nvPr>
            <p:ph type="ftr" sz="quarter" idx="11"/>
          </p:nvPr>
        </p:nvSpPr>
        <p:spPr bwMode="auto">
          <a:xfrm rot="5400000">
            <a:off x="7077076" y="4181475"/>
            <a:ext cx="3657600" cy="384175"/>
          </a:xfrm>
        </p:spPr>
        <p:txBody>
          <a:bodyPr/>
          <a:lstStyle>
            <a:lvl1pPr>
              <a:defRPr/>
            </a:lvl1pPr>
          </a:lstStyle>
          <a:p>
            <a:pPr>
              <a:defRPr/>
            </a:pPr>
            <a:r>
              <a:rPr lang="en-US" altLang="en-US"/>
              <a:t>GP Approach to Record Deduplication                                                            Matoshri ,COE , Nashik-3</a:t>
            </a:r>
            <a:endParaRPr lang="en-US"/>
          </a:p>
        </p:txBody>
      </p:sp>
      <p:sp>
        <p:nvSpPr>
          <p:cNvPr id="22" name="Slide Number Placeholder 28">
            <a:extLst>
              <a:ext uri="{FF2B5EF4-FFF2-40B4-BE49-F238E27FC236}">
                <a16:creationId xmlns:a16="http://schemas.microsoft.com/office/drawing/2014/main" id="{944197CA-2E72-AF65-CA0B-938EB435E161}"/>
              </a:ext>
            </a:extLst>
          </p:cNvPr>
          <p:cNvSpPr>
            <a:spLocks noGrp="1"/>
          </p:cNvSpPr>
          <p:nvPr>
            <p:ph type="sldNum" sz="quarter" idx="12"/>
          </p:nvPr>
        </p:nvSpPr>
        <p:spPr bwMode="auto">
          <a:xfrm>
            <a:off x="1325563" y="4929188"/>
            <a:ext cx="609600" cy="517525"/>
          </a:xfrm>
        </p:spPr>
        <p:txBody>
          <a:bodyPr/>
          <a:lstStyle>
            <a:lvl1pPr>
              <a:defRPr/>
            </a:lvl1pPr>
          </a:lstStyle>
          <a:p>
            <a:fld id="{1CB61810-256C-484C-9C48-7FD75179E79A}" type="slidenum">
              <a:rPr lang="en-US" altLang="en-US"/>
              <a:pPr/>
              <a:t>‹#›</a:t>
            </a:fld>
            <a:endParaRPr lang="en-US" altLang="en-US"/>
          </a:p>
        </p:txBody>
      </p:sp>
    </p:spTree>
    <p:extLst>
      <p:ext uri="{BB962C8B-B14F-4D97-AF65-F5344CB8AC3E}">
        <p14:creationId xmlns:p14="http://schemas.microsoft.com/office/powerpoint/2010/main" val="2799362846"/>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1"/>
              <a:t>Click to edit Master title style</a:t>
            </a:r>
          </a:p>
        </p:txBody>
      </p:sp>
      <p:sp>
        <p:nvSpPr>
          <p:cNvPr id="8" name="Content Placeholder 7"/>
          <p:cNvSpPr>
            <a:spLocks noGrp="1"/>
          </p:cNvSpPr>
          <p:nvPr>
            <p:ph sz="quarter" idx="1"/>
          </p:nvPr>
        </p:nvSpPr>
        <p:spPr>
          <a:xfrm>
            <a:off x="457200" y="1600200"/>
            <a:ext cx="7467600" cy="4873752"/>
          </a:xfrm>
        </p:spPr>
        <p:txBody>
          <a:body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p>
        </p:txBody>
      </p:sp>
      <p:sp>
        <p:nvSpPr>
          <p:cNvPr id="3" name="Date Placeholder 13">
            <a:extLst>
              <a:ext uri="{FF2B5EF4-FFF2-40B4-BE49-F238E27FC236}">
                <a16:creationId xmlns:a16="http://schemas.microsoft.com/office/drawing/2014/main" id="{2A780952-1835-7871-9A77-FB250704FBE6}"/>
              </a:ext>
            </a:extLst>
          </p:cNvPr>
          <p:cNvSpPr>
            <a:spLocks noGrp="1"/>
          </p:cNvSpPr>
          <p:nvPr>
            <p:ph type="dt" sz="half" idx="10"/>
          </p:nvPr>
        </p:nvSpPr>
        <p:spPr/>
        <p:txBody>
          <a:bodyPr/>
          <a:lstStyle>
            <a:lvl1pPr>
              <a:defRPr/>
            </a:lvl1pPr>
          </a:lstStyle>
          <a:p>
            <a:pPr>
              <a:defRPr/>
            </a:pPr>
            <a:fld id="{8D7B1282-5A5A-4EC8-A79B-2EB510CE2E0A}" type="datetime1">
              <a:rPr lang="en-US" altLang="en-US"/>
              <a:pPr>
                <a:defRPr/>
              </a:pPr>
              <a:t>4/28/2026</a:t>
            </a:fld>
            <a:endParaRPr lang="en-US" altLang="en-US"/>
          </a:p>
        </p:txBody>
      </p:sp>
      <p:sp>
        <p:nvSpPr>
          <p:cNvPr id="4" name="Footer Placeholder 2">
            <a:extLst>
              <a:ext uri="{FF2B5EF4-FFF2-40B4-BE49-F238E27FC236}">
                <a16:creationId xmlns:a16="http://schemas.microsoft.com/office/drawing/2014/main" id="{73A44299-741C-61F1-9FD0-2184985B8F72}"/>
              </a:ext>
            </a:extLst>
          </p:cNvPr>
          <p:cNvSpPr>
            <a:spLocks noGrp="1"/>
          </p:cNvSpPr>
          <p:nvPr>
            <p:ph type="ftr" sz="quarter" idx="11"/>
          </p:nvPr>
        </p:nvSpPr>
        <p:spPr/>
        <p:txBody>
          <a:bodyPr/>
          <a:lstStyle>
            <a:lvl1pPr>
              <a:defRPr/>
            </a:lvl1pPr>
          </a:lstStyle>
          <a:p>
            <a:pPr>
              <a:defRPr/>
            </a:pPr>
            <a:r>
              <a:rPr lang="en-US" altLang="en-US"/>
              <a:t>GP Approach to Record Deduplication                                                            Matoshri ,COE , Nashik-3</a:t>
            </a:r>
            <a:endParaRPr lang="en-US"/>
          </a:p>
        </p:txBody>
      </p:sp>
      <p:sp>
        <p:nvSpPr>
          <p:cNvPr id="5" name="Slide Number Placeholder 22">
            <a:extLst>
              <a:ext uri="{FF2B5EF4-FFF2-40B4-BE49-F238E27FC236}">
                <a16:creationId xmlns:a16="http://schemas.microsoft.com/office/drawing/2014/main" id="{3DC50595-1EF6-968E-745F-AB08FDED9CDB}"/>
              </a:ext>
            </a:extLst>
          </p:cNvPr>
          <p:cNvSpPr>
            <a:spLocks noGrp="1"/>
          </p:cNvSpPr>
          <p:nvPr>
            <p:ph type="sldNum" sz="quarter" idx="12"/>
          </p:nvPr>
        </p:nvSpPr>
        <p:spPr/>
        <p:txBody>
          <a:bodyPr/>
          <a:lstStyle>
            <a:lvl1pPr>
              <a:defRPr/>
            </a:lvl1pPr>
          </a:lstStyle>
          <a:p>
            <a:fld id="{DC4E1152-DEB4-4CEC-9DAE-C509F690E02F}" type="slidenum">
              <a:rPr lang="en-US" altLang="en-US"/>
              <a:pPr/>
              <a:t>‹#›</a:t>
            </a:fld>
            <a:endParaRPr lang="en-US" altLang="en-US"/>
          </a:p>
        </p:txBody>
      </p:sp>
    </p:spTree>
    <p:extLst>
      <p:ext uri="{BB962C8B-B14F-4D97-AF65-F5344CB8AC3E}">
        <p14:creationId xmlns:p14="http://schemas.microsoft.com/office/powerpoint/2010/main" val="42109504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bwMode="auto">
      <p:bgPr>
        <a:solidFill>
          <a:schemeClr val="bg2"/>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6AF9ED-E2D0-5A6E-8748-8133F1BABFEC}"/>
              </a:ext>
            </a:extLst>
          </p:cNvPr>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solidFill>
                <a:srgbClr val="FFFFFF"/>
              </a:solidFill>
              <a:ea typeface="SimSun" pitchFamily="2" charset="-122"/>
              <a:cs typeface="Arial" pitchFamily="34" charset="0"/>
            </a:endParaRPr>
          </a:p>
        </p:txBody>
      </p:sp>
      <p:sp>
        <p:nvSpPr>
          <p:cNvPr id="5" name="Rectangle 4">
            <a:extLst>
              <a:ext uri="{FF2B5EF4-FFF2-40B4-BE49-F238E27FC236}">
                <a16:creationId xmlns:a16="http://schemas.microsoft.com/office/drawing/2014/main" id="{BEE5F74B-F1D8-4937-ED2A-0688150B93AD}"/>
              </a:ext>
            </a:extLst>
          </p:cNvPr>
          <p:cNvSpPr/>
          <p:nvPr/>
        </p:nvSpPr>
        <p:spPr bwMode="auto">
          <a:xfrm>
            <a:off x="276225"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solidFill>
                <a:srgbClr val="FFFFFF"/>
              </a:solidFill>
              <a:ea typeface="SimSun" pitchFamily="2" charset="-122"/>
              <a:cs typeface="Arial" pitchFamily="34" charset="0"/>
            </a:endParaRPr>
          </a:p>
        </p:txBody>
      </p:sp>
      <p:sp>
        <p:nvSpPr>
          <p:cNvPr id="6" name="Rectangle 5">
            <a:extLst>
              <a:ext uri="{FF2B5EF4-FFF2-40B4-BE49-F238E27FC236}">
                <a16:creationId xmlns:a16="http://schemas.microsoft.com/office/drawing/2014/main" id="{3E58C1A6-62CE-CF98-795D-9DCEEFE91FAB}"/>
              </a:ext>
            </a:extLst>
          </p:cNvPr>
          <p:cNvSpPr/>
          <p:nvPr/>
        </p:nvSpPr>
        <p:spPr bwMode="auto">
          <a:xfrm>
            <a:off x="990600" y="0"/>
            <a:ext cx="182563"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solidFill>
                <a:srgbClr val="FFFFFF"/>
              </a:solidFill>
              <a:ea typeface="SimSun" pitchFamily="2" charset="-122"/>
              <a:cs typeface="Arial" pitchFamily="34" charset="0"/>
            </a:endParaRPr>
          </a:p>
        </p:txBody>
      </p:sp>
      <p:sp>
        <p:nvSpPr>
          <p:cNvPr id="7" name="Rectangle 6">
            <a:extLst>
              <a:ext uri="{FF2B5EF4-FFF2-40B4-BE49-F238E27FC236}">
                <a16:creationId xmlns:a16="http://schemas.microsoft.com/office/drawing/2014/main" id="{F973973E-A6D0-EDED-B9C2-FA73D94542E0}"/>
              </a:ext>
            </a:extLst>
          </p:cNvPr>
          <p:cNvSpPr/>
          <p:nvPr/>
        </p:nvSpPr>
        <p:spPr bwMode="auto">
          <a:xfrm>
            <a:off x="1141413" y="0"/>
            <a:ext cx="230187"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solidFill>
                <a:srgbClr val="FFFFFF"/>
              </a:solidFill>
              <a:ea typeface="SimSun" pitchFamily="2" charset="-122"/>
              <a:cs typeface="Arial" pitchFamily="34" charset="0"/>
            </a:endParaRPr>
          </a:p>
        </p:txBody>
      </p:sp>
      <p:sp>
        <p:nvSpPr>
          <p:cNvPr id="8" name="Straight Connector 7">
            <a:extLst>
              <a:ext uri="{FF2B5EF4-FFF2-40B4-BE49-F238E27FC236}">
                <a16:creationId xmlns:a16="http://schemas.microsoft.com/office/drawing/2014/main" id="{45F4FCC1-6D39-8885-AE97-8366BD155949}"/>
              </a:ext>
            </a:extLst>
          </p:cNvPr>
          <p:cNvSpPr>
            <a:spLocks noChangeShapeType="1"/>
          </p:cNvSpPr>
          <p:nvPr/>
        </p:nvSpPr>
        <p:spPr bwMode="auto">
          <a:xfrm>
            <a:off x="106363"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pPr>
              <a:defRPr/>
            </a:pPr>
            <a:endParaRPr lang="en-US" altLang="en-US">
              <a:ea typeface="SimSun" pitchFamily="2" charset="-122"/>
            </a:endParaRPr>
          </a:p>
        </p:txBody>
      </p:sp>
      <p:sp>
        <p:nvSpPr>
          <p:cNvPr id="9" name="Straight Connector 8">
            <a:extLst>
              <a:ext uri="{FF2B5EF4-FFF2-40B4-BE49-F238E27FC236}">
                <a16:creationId xmlns:a16="http://schemas.microsoft.com/office/drawing/2014/main" id="{2E23545D-2652-3B93-47D6-7CB381313D17}"/>
              </a:ext>
            </a:extLst>
          </p:cNvPr>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pPr>
              <a:defRPr/>
            </a:pPr>
            <a:endParaRPr lang="en-US" altLang="en-US">
              <a:ea typeface="SimSun" pitchFamily="2" charset="-122"/>
            </a:endParaRPr>
          </a:p>
        </p:txBody>
      </p:sp>
      <p:sp>
        <p:nvSpPr>
          <p:cNvPr id="10" name="Straight Connector 9">
            <a:extLst>
              <a:ext uri="{FF2B5EF4-FFF2-40B4-BE49-F238E27FC236}">
                <a16:creationId xmlns:a16="http://schemas.microsoft.com/office/drawing/2014/main" id="{C42F2B22-378E-31AA-E4C9-E94095420A88}"/>
              </a:ext>
            </a:extLst>
          </p:cNvPr>
          <p:cNvSpPr>
            <a:spLocks noChangeShapeType="1"/>
          </p:cNvSpPr>
          <p:nvPr/>
        </p:nvSpPr>
        <p:spPr bwMode="auto">
          <a:xfrm>
            <a:off x="854075"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pPr>
              <a:defRPr/>
            </a:pPr>
            <a:endParaRPr lang="en-US" altLang="en-US">
              <a:ea typeface="SimSun" pitchFamily="2" charset="-122"/>
            </a:endParaRPr>
          </a:p>
        </p:txBody>
      </p:sp>
      <p:sp>
        <p:nvSpPr>
          <p:cNvPr id="11" name="Straight Connector 10">
            <a:extLst>
              <a:ext uri="{FF2B5EF4-FFF2-40B4-BE49-F238E27FC236}">
                <a16:creationId xmlns:a16="http://schemas.microsoft.com/office/drawing/2014/main" id="{70DF26AB-F4F4-77D8-6897-B5DDD5996B77}"/>
              </a:ext>
            </a:extLst>
          </p:cNvPr>
          <p:cNvSpPr>
            <a:spLocks noChangeShapeType="1"/>
          </p:cNvSpPr>
          <p:nvPr/>
        </p:nvSpPr>
        <p:spPr bwMode="auto">
          <a:xfrm>
            <a:off x="172720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pPr>
              <a:defRPr/>
            </a:pPr>
            <a:endParaRPr lang="en-US" altLang="en-US">
              <a:ea typeface="SimSun" pitchFamily="2" charset="-122"/>
            </a:endParaRPr>
          </a:p>
        </p:txBody>
      </p:sp>
      <p:sp>
        <p:nvSpPr>
          <p:cNvPr id="12" name="Straight Connector 11">
            <a:extLst>
              <a:ext uri="{FF2B5EF4-FFF2-40B4-BE49-F238E27FC236}">
                <a16:creationId xmlns:a16="http://schemas.microsoft.com/office/drawing/2014/main" id="{3609529B-7B59-2B38-6CB5-7C42B8DEB56A}"/>
              </a:ext>
            </a:extLst>
          </p:cNvPr>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pPr>
              <a:defRPr/>
            </a:pPr>
            <a:endParaRPr lang="en-US" altLang="en-US">
              <a:ea typeface="SimSun" pitchFamily="2" charset="-122"/>
            </a:endParaRPr>
          </a:p>
        </p:txBody>
      </p:sp>
      <p:sp>
        <p:nvSpPr>
          <p:cNvPr id="13" name="Rectangle 12">
            <a:extLst>
              <a:ext uri="{FF2B5EF4-FFF2-40B4-BE49-F238E27FC236}">
                <a16:creationId xmlns:a16="http://schemas.microsoft.com/office/drawing/2014/main" id="{F3606191-065B-0F03-D979-8BCF2E2A343B}"/>
              </a:ext>
            </a:extLst>
          </p:cNvPr>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solidFill>
                <a:srgbClr val="FFFFFF"/>
              </a:solidFill>
              <a:ea typeface="SimSun" pitchFamily="2" charset="-122"/>
              <a:cs typeface="Arial" pitchFamily="34" charset="0"/>
            </a:endParaRPr>
          </a:p>
        </p:txBody>
      </p:sp>
      <p:sp>
        <p:nvSpPr>
          <p:cNvPr id="14" name="Oval 13">
            <a:extLst>
              <a:ext uri="{FF2B5EF4-FFF2-40B4-BE49-F238E27FC236}">
                <a16:creationId xmlns:a16="http://schemas.microsoft.com/office/drawing/2014/main" id="{C9A1F886-CE17-27ED-BC7A-69D7951DDD9C}"/>
              </a:ext>
            </a:extLst>
          </p:cNvPr>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solidFill>
                <a:srgbClr val="FFFFFF"/>
              </a:solidFill>
              <a:ea typeface="SimSun" pitchFamily="2" charset="-122"/>
              <a:cs typeface="Arial" pitchFamily="34" charset="0"/>
            </a:endParaRPr>
          </a:p>
        </p:txBody>
      </p:sp>
      <p:sp>
        <p:nvSpPr>
          <p:cNvPr id="15" name="Oval 14">
            <a:extLst>
              <a:ext uri="{FF2B5EF4-FFF2-40B4-BE49-F238E27FC236}">
                <a16:creationId xmlns:a16="http://schemas.microsoft.com/office/drawing/2014/main" id="{D53B8170-B2DD-D007-F1EE-DFB5052D70B2}"/>
              </a:ext>
            </a:extLst>
          </p:cNvPr>
          <p:cNvSpPr/>
          <p:nvPr/>
        </p:nvSpPr>
        <p:spPr bwMode="auto">
          <a:xfrm>
            <a:off x="1323975" y="4867275"/>
            <a:ext cx="642938"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solidFill>
                <a:srgbClr val="FFFFFF"/>
              </a:solidFill>
              <a:ea typeface="SimSun" pitchFamily="2" charset="-122"/>
              <a:cs typeface="Arial" pitchFamily="34" charset="0"/>
            </a:endParaRPr>
          </a:p>
        </p:txBody>
      </p:sp>
      <p:sp>
        <p:nvSpPr>
          <p:cNvPr id="16" name="Oval 15">
            <a:extLst>
              <a:ext uri="{FF2B5EF4-FFF2-40B4-BE49-F238E27FC236}">
                <a16:creationId xmlns:a16="http://schemas.microsoft.com/office/drawing/2014/main" id="{77462335-8D87-44DB-7C05-823FE46B4091}"/>
              </a:ext>
            </a:extLst>
          </p:cNvPr>
          <p:cNvSpPr/>
          <p:nvPr/>
        </p:nvSpPr>
        <p:spPr bwMode="auto">
          <a:xfrm>
            <a:off x="1090613" y="5500688"/>
            <a:ext cx="138112"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solidFill>
                <a:srgbClr val="FFFFFF"/>
              </a:solidFill>
              <a:ea typeface="SimSun" pitchFamily="2" charset="-122"/>
              <a:cs typeface="Arial" pitchFamily="34" charset="0"/>
            </a:endParaRPr>
          </a:p>
        </p:txBody>
      </p:sp>
      <p:sp>
        <p:nvSpPr>
          <p:cNvPr id="17" name="Oval 16">
            <a:extLst>
              <a:ext uri="{FF2B5EF4-FFF2-40B4-BE49-F238E27FC236}">
                <a16:creationId xmlns:a16="http://schemas.microsoft.com/office/drawing/2014/main" id="{3399AFEC-269A-9925-710C-3A875A0D1AD6}"/>
              </a:ext>
            </a:extLst>
          </p:cNvPr>
          <p:cNvSpPr/>
          <p:nvPr/>
        </p:nvSpPr>
        <p:spPr bwMode="auto">
          <a:xfrm>
            <a:off x="1663700" y="5791200"/>
            <a:ext cx="274638"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solidFill>
                <a:srgbClr val="FFFFFF"/>
              </a:solidFill>
              <a:ea typeface="SimSun" pitchFamily="2" charset="-122"/>
              <a:cs typeface="Arial" pitchFamily="34" charset="0"/>
            </a:endParaRPr>
          </a:p>
        </p:txBody>
      </p:sp>
      <p:sp>
        <p:nvSpPr>
          <p:cNvPr id="18" name="Oval 17">
            <a:extLst>
              <a:ext uri="{FF2B5EF4-FFF2-40B4-BE49-F238E27FC236}">
                <a16:creationId xmlns:a16="http://schemas.microsoft.com/office/drawing/2014/main" id="{63257B98-3267-8F6C-ED63-42E420745870}"/>
              </a:ext>
            </a:extLst>
          </p:cNvPr>
          <p:cNvSpPr/>
          <p:nvPr/>
        </p:nvSpPr>
        <p:spPr bwMode="auto">
          <a:xfrm>
            <a:off x="1879600" y="4479925"/>
            <a:ext cx="365125"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solidFill>
                <a:srgbClr val="FFFFFF"/>
              </a:solidFill>
              <a:ea typeface="SimSun" pitchFamily="2" charset="-122"/>
              <a:cs typeface="Arial" pitchFamily="34" charset="0"/>
            </a:endParaRPr>
          </a:p>
        </p:txBody>
      </p:sp>
      <p:sp>
        <p:nvSpPr>
          <p:cNvPr id="19" name="Straight Connector 18">
            <a:extLst>
              <a:ext uri="{FF2B5EF4-FFF2-40B4-BE49-F238E27FC236}">
                <a16:creationId xmlns:a16="http://schemas.microsoft.com/office/drawing/2014/main" id="{1FD9D85A-9DA9-38CB-FA2D-8340C2007FEF}"/>
              </a:ext>
            </a:extLst>
          </p:cNvPr>
          <p:cNvSpPr>
            <a:spLocks noChangeShapeType="1"/>
          </p:cNvSpPr>
          <p:nvPr/>
        </p:nvSpPr>
        <p:spPr bwMode="auto">
          <a:xfrm>
            <a:off x="9097963"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a:defRPr/>
            </a:pPr>
            <a:endParaRPr lang="en-US" altLang="en-US">
              <a:ea typeface="SimSun" pitchFamily="2" charset="-122"/>
            </a:endParaRPr>
          </a:p>
        </p:txBody>
      </p:sp>
      <p:sp>
        <p:nvSpPr>
          <p:cNvPr id="2" name="Title 1"/>
          <p:cNvSpPr>
            <a:spLocks noGrp="1"/>
          </p:cNvSpPr>
          <p:nvPr>
            <p:ph type="title"/>
          </p:nvPr>
        </p:nvSpPr>
        <p:spPr>
          <a:xfrm>
            <a:off x="2286000" y="2895602"/>
            <a:ext cx="6172200" cy="2053591"/>
          </a:xfrm>
        </p:spPr>
        <p:txBody>
          <a:bodyPr/>
          <a:lstStyle>
            <a:lvl1pPr algn="l">
              <a:buNone/>
              <a:defRPr sz="3000" b="1" cap="small" baseline="0"/>
            </a:lvl1pPr>
          </a:lstStyle>
          <a:p>
            <a:r>
              <a:rPr lang="en-US" noProof="1"/>
              <a:t>Click to edit Master title style</a:t>
            </a:r>
          </a:p>
        </p:txBody>
      </p:sp>
      <p:sp>
        <p:nvSpPr>
          <p:cNvPr id="3" name="Text Placeholder 2"/>
          <p:cNvSpPr>
            <a:spLocks noGrp="1"/>
          </p:cNvSpPr>
          <p:nvPr>
            <p:ph type="body" idx="1"/>
          </p:nvPr>
        </p:nvSpPr>
        <p:spPr>
          <a:xfrm>
            <a:off x="2286000" y="5010151"/>
            <a:ext cx="6172200" cy="1371600"/>
          </a:xfrm>
        </p:spPr>
        <p:txBody>
          <a:bodyPr/>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noProof="1"/>
              <a:t>Click to edit Master text styles</a:t>
            </a:r>
          </a:p>
        </p:txBody>
      </p:sp>
      <p:sp>
        <p:nvSpPr>
          <p:cNvPr id="20" name="Date Placeholder 3">
            <a:extLst>
              <a:ext uri="{FF2B5EF4-FFF2-40B4-BE49-F238E27FC236}">
                <a16:creationId xmlns:a16="http://schemas.microsoft.com/office/drawing/2014/main" id="{CAF4A9EA-B7AA-8FF5-DF81-D6413D50414F}"/>
              </a:ext>
            </a:extLst>
          </p:cNvPr>
          <p:cNvSpPr>
            <a:spLocks noGrp="1"/>
          </p:cNvSpPr>
          <p:nvPr>
            <p:ph type="dt" sz="half" idx="10"/>
          </p:nvPr>
        </p:nvSpPr>
        <p:spPr bwMode="auto">
          <a:xfrm rot="5400000">
            <a:off x="7762875" y="1169988"/>
            <a:ext cx="2286000" cy="381000"/>
          </a:xfrm>
        </p:spPr>
        <p:txBody>
          <a:bodyPr/>
          <a:lstStyle>
            <a:lvl1pPr>
              <a:defRPr/>
            </a:lvl1pPr>
          </a:lstStyle>
          <a:p>
            <a:pPr>
              <a:defRPr/>
            </a:pPr>
            <a:fld id="{8756BAFA-6AE2-4D47-98EB-02FDDB480F1B}" type="datetime1">
              <a:rPr lang="en-US" altLang="en-US"/>
              <a:pPr>
                <a:defRPr/>
              </a:pPr>
              <a:t>4/28/2026</a:t>
            </a:fld>
            <a:endParaRPr lang="en-US" altLang="en-US"/>
          </a:p>
        </p:txBody>
      </p:sp>
      <p:sp>
        <p:nvSpPr>
          <p:cNvPr id="21" name="Footer Placeholder 4">
            <a:extLst>
              <a:ext uri="{FF2B5EF4-FFF2-40B4-BE49-F238E27FC236}">
                <a16:creationId xmlns:a16="http://schemas.microsoft.com/office/drawing/2014/main" id="{C91910A6-D298-EC82-FA58-8769C3C62603}"/>
              </a:ext>
            </a:extLst>
          </p:cNvPr>
          <p:cNvSpPr>
            <a:spLocks noGrp="1"/>
          </p:cNvSpPr>
          <p:nvPr>
            <p:ph type="ftr" sz="quarter" idx="11"/>
          </p:nvPr>
        </p:nvSpPr>
        <p:spPr bwMode="auto">
          <a:xfrm rot="5400000">
            <a:off x="7077076" y="4178300"/>
            <a:ext cx="3657600" cy="384175"/>
          </a:xfrm>
        </p:spPr>
        <p:txBody>
          <a:bodyPr/>
          <a:lstStyle>
            <a:lvl1pPr>
              <a:defRPr/>
            </a:lvl1pPr>
          </a:lstStyle>
          <a:p>
            <a:pPr>
              <a:defRPr/>
            </a:pPr>
            <a:r>
              <a:rPr lang="en-US" altLang="en-US"/>
              <a:t>GP Approach to Record Deduplication                                                            Matoshri ,COE , Nashik-3</a:t>
            </a:r>
            <a:endParaRPr lang="en-US"/>
          </a:p>
        </p:txBody>
      </p:sp>
      <p:sp>
        <p:nvSpPr>
          <p:cNvPr id="22" name="Slide Number Placeholder 5">
            <a:extLst>
              <a:ext uri="{FF2B5EF4-FFF2-40B4-BE49-F238E27FC236}">
                <a16:creationId xmlns:a16="http://schemas.microsoft.com/office/drawing/2014/main" id="{0EBF3D85-3CAA-F1FF-6EF1-F977EFCC2163}"/>
              </a:ext>
            </a:extLst>
          </p:cNvPr>
          <p:cNvSpPr>
            <a:spLocks noGrp="1"/>
          </p:cNvSpPr>
          <p:nvPr>
            <p:ph type="sldNum" sz="quarter" idx="12"/>
          </p:nvPr>
        </p:nvSpPr>
        <p:spPr bwMode="auto">
          <a:xfrm>
            <a:off x="1339850" y="4929188"/>
            <a:ext cx="609600" cy="517525"/>
          </a:xfrm>
        </p:spPr>
        <p:txBody>
          <a:bodyPr/>
          <a:lstStyle>
            <a:lvl1pPr>
              <a:defRPr/>
            </a:lvl1pPr>
          </a:lstStyle>
          <a:p>
            <a:fld id="{DE9B1EB5-FB89-449E-A7ED-2CF25056E0D7}" type="slidenum">
              <a:rPr lang="en-US" altLang="en-US"/>
              <a:pPr/>
              <a:t>‹#›</a:t>
            </a:fld>
            <a:endParaRPr lang="en-US" altLang="en-US"/>
          </a:p>
        </p:txBody>
      </p:sp>
    </p:spTree>
    <p:extLst>
      <p:ext uri="{BB962C8B-B14F-4D97-AF65-F5344CB8AC3E}">
        <p14:creationId xmlns:p14="http://schemas.microsoft.com/office/powerpoint/2010/main" val="1721991419"/>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1"/>
              <a:t>Click to edit Master title style</a:t>
            </a:r>
          </a:p>
        </p:txBody>
      </p:sp>
      <p:sp>
        <p:nvSpPr>
          <p:cNvPr id="9" name="Content Placeholder 8"/>
          <p:cNvSpPr>
            <a:spLocks noGrp="1"/>
          </p:cNvSpPr>
          <p:nvPr>
            <p:ph sz="quarter" idx="1"/>
          </p:nvPr>
        </p:nvSpPr>
        <p:spPr>
          <a:xfrm>
            <a:off x="457200" y="1600200"/>
            <a:ext cx="3657600" cy="4572000"/>
          </a:xfrm>
        </p:spPr>
        <p:txBody>
          <a:body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p>
        </p:txBody>
      </p:sp>
      <p:sp>
        <p:nvSpPr>
          <p:cNvPr id="11" name="Content Placeholder 10"/>
          <p:cNvSpPr>
            <a:spLocks noGrp="1"/>
          </p:cNvSpPr>
          <p:nvPr>
            <p:ph sz="quarter" idx="2"/>
          </p:nvPr>
        </p:nvSpPr>
        <p:spPr>
          <a:xfrm>
            <a:off x="4270248" y="1600200"/>
            <a:ext cx="3657600" cy="4572000"/>
          </a:xfrm>
        </p:spPr>
        <p:txBody>
          <a:body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p>
        </p:txBody>
      </p:sp>
      <p:sp>
        <p:nvSpPr>
          <p:cNvPr id="3" name="Date Placeholder 13">
            <a:extLst>
              <a:ext uri="{FF2B5EF4-FFF2-40B4-BE49-F238E27FC236}">
                <a16:creationId xmlns:a16="http://schemas.microsoft.com/office/drawing/2014/main" id="{DA7519E2-7C92-A10F-3E55-BDCD1B917443}"/>
              </a:ext>
            </a:extLst>
          </p:cNvPr>
          <p:cNvSpPr>
            <a:spLocks noGrp="1"/>
          </p:cNvSpPr>
          <p:nvPr>
            <p:ph type="dt" sz="half" idx="10"/>
          </p:nvPr>
        </p:nvSpPr>
        <p:spPr/>
        <p:txBody>
          <a:bodyPr/>
          <a:lstStyle>
            <a:lvl1pPr>
              <a:defRPr/>
            </a:lvl1pPr>
          </a:lstStyle>
          <a:p>
            <a:pPr>
              <a:defRPr/>
            </a:pPr>
            <a:fld id="{5BA31736-7111-4A14-A297-7312D949DDD0}" type="datetime1">
              <a:rPr lang="en-US" altLang="en-US"/>
              <a:pPr>
                <a:defRPr/>
              </a:pPr>
              <a:t>4/28/2026</a:t>
            </a:fld>
            <a:endParaRPr lang="en-US" altLang="en-US"/>
          </a:p>
        </p:txBody>
      </p:sp>
      <p:sp>
        <p:nvSpPr>
          <p:cNvPr id="4" name="Footer Placeholder 2">
            <a:extLst>
              <a:ext uri="{FF2B5EF4-FFF2-40B4-BE49-F238E27FC236}">
                <a16:creationId xmlns:a16="http://schemas.microsoft.com/office/drawing/2014/main" id="{56F0E6B1-7830-81F2-0841-831804A0060D}"/>
              </a:ext>
            </a:extLst>
          </p:cNvPr>
          <p:cNvSpPr>
            <a:spLocks noGrp="1"/>
          </p:cNvSpPr>
          <p:nvPr>
            <p:ph type="ftr" sz="quarter" idx="11"/>
          </p:nvPr>
        </p:nvSpPr>
        <p:spPr/>
        <p:txBody>
          <a:bodyPr/>
          <a:lstStyle>
            <a:lvl1pPr>
              <a:defRPr/>
            </a:lvl1pPr>
          </a:lstStyle>
          <a:p>
            <a:pPr>
              <a:defRPr/>
            </a:pPr>
            <a:r>
              <a:rPr lang="en-US" altLang="en-US"/>
              <a:t>GP Approach to Record Deduplication                                                            Matoshri ,COE , Nashik-3</a:t>
            </a:r>
            <a:endParaRPr lang="en-US"/>
          </a:p>
        </p:txBody>
      </p:sp>
      <p:sp>
        <p:nvSpPr>
          <p:cNvPr id="5" name="Slide Number Placeholder 22">
            <a:extLst>
              <a:ext uri="{FF2B5EF4-FFF2-40B4-BE49-F238E27FC236}">
                <a16:creationId xmlns:a16="http://schemas.microsoft.com/office/drawing/2014/main" id="{F5A47096-109A-A9E0-0DEF-234CBA27CDC6}"/>
              </a:ext>
            </a:extLst>
          </p:cNvPr>
          <p:cNvSpPr>
            <a:spLocks noGrp="1"/>
          </p:cNvSpPr>
          <p:nvPr>
            <p:ph type="sldNum" sz="quarter" idx="12"/>
          </p:nvPr>
        </p:nvSpPr>
        <p:spPr/>
        <p:txBody>
          <a:bodyPr/>
          <a:lstStyle>
            <a:lvl1pPr>
              <a:defRPr/>
            </a:lvl1pPr>
          </a:lstStyle>
          <a:p>
            <a:fld id="{A21EDAA3-1D98-4907-B7BB-10D0559242ED}" type="slidenum">
              <a:rPr lang="en-US" altLang="en-US"/>
              <a:pPr/>
              <a:t>‹#›</a:t>
            </a:fld>
            <a:endParaRPr lang="en-US" altLang="en-US"/>
          </a:p>
        </p:txBody>
      </p:sp>
    </p:spTree>
    <p:extLst>
      <p:ext uri="{BB962C8B-B14F-4D97-AF65-F5344CB8AC3E}">
        <p14:creationId xmlns:p14="http://schemas.microsoft.com/office/powerpoint/2010/main" val="12391874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2"/>
            <a:ext cx="7543800" cy="1143000"/>
          </a:xfrm>
        </p:spPr>
        <p:txBody>
          <a:bodyPr/>
          <a:lstStyle>
            <a:lvl1pPr>
              <a:defRPr/>
            </a:lvl1pPr>
          </a:lstStyle>
          <a:p>
            <a:r>
              <a:rPr lang="en-US" noProof="1"/>
              <a:t>Click to edit Master title style</a:t>
            </a:r>
          </a:p>
        </p:txBody>
      </p:sp>
      <p:sp>
        <p:nvSpPr>
          <p:cNvPr id="11" name="Content Placeholder 10"/>
          <p:cNvSpPr>
            <a:spLocks noGrp="1"/>
          </p:cNvSpPr>
          <p:nvPr>
            <p:ph sz="quarter" idx="2"/>
          </p:nvPr>
        </p:nvSpPr>
        <p:spPr>
          <a:xfrm>
            <a:off x="457200" y="2362200"/>
            <a:ext cx="3657600" cy="3886200"/>
          </a:xfrm>
        </p:spPr>
        <p:txBody>
          <a:body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p>
        </p:txBody>
      </p:sp>
      <p:sp>
        <p:nvSpPr>
          <p:cNvPr id="13" name="Content Placeholder 12"/>
          <p:cNvSpPr>
            <a:spLocks noGrp="1"/>
          </p:cNvSpPr>
          <p:nvPr>
            <p:ph sz="quarter" idx="4"/>
          </p:nvPr>
        </p:nvSpPr>
        <p:spPr>
          <a:xfrm>
            <a:off x="4371975" y="2362200"/>
            <a:ext cx="3657600" cy="3886200"/>
          </a:xfrm>
        </p:spPr>
        <p:txBody>
          <a:body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a:r>
              <a:rPr lang="en-US" noProof="1"/>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a:r>
              <a:rPr lang="en-US" noProof="1"/>
              <a:t>Click to edit Master text styles</a:t>
            </a:r>
          </a:p>
        </p:txBody>
      </p:sp>
      <p:sp>
        <p:nvSpPr>
          <p:cNvPr id="3" name="Date Placeholder 13">
            <a:extLst>
              <a:ext uri="{FF2B5EF4-FFF2-40B4-BE49-F238E27FC236}">
                <a16:creationId xmlns:a16="http://schemas.microsoft.com/office/drawing/2014/main" id="{399C27B3-A240-82C5-46FF-88627319D79D}"/>
              </a:ext>
            </a:extLst>
          </p:cNvPr>
          <p:cNvSpPr>
            <a:spLocks noGrp="1"/>
          </p:cNvSpPr>
          <p:nvPr>
            <p:ph type="dt" sz="half" idx="10"/>
          </p:nvPr>
        </p:nvSpPr>
        <p:spPr/>
        <p:txBody>
          <a:bodyPr/>
          <a:lstStyle>
            <a:lvl1pPr>
              <a:defRPr/>
            </a:lvl1pPr>
          </a:lstStyle>
          <a:p>
            <a:pPr>
              <a:defRPr/>
            </a:pPr>
            <a:fld id="{1A9164EF-BA45-4624-948B-405CA2B61F1F}" type="datetime1">
              <a:rPr lang="en-US" altLang="en-US"/>
              <a:pPr>
                <a:defRPr/>
              </a:pPr>
              <a:t>4/28/2026</a:t>
            </a:fld>
            <a:endParaRPr lang="en-US" altLang="en-US"/>
          </a:p>
        </p:txBody>
      </p:sp>
      <p:sp>
        <p:nvSpPr>
          <p:cNvPr id="4" name="Footer Placeholder 2">
            <a:extLst>
              <a:ext uri="{FF2B5EF4-FFF2-40B4-BE49-F238E27FC236}">
                <a16:creationId xmlns:a16="http://schemas.microsoft.com/office/drawing/2014/main" id="{3E40A622-B649-16FD-DCEE-AA3D89DA2DDF}"/>
              </a:ext>
            </a:extLst>
          </p:cNvPr>
          <p:cNvSpPr>
            <a:spLocks noGrp="1"/>
          </p:cNvSpPr>
          <p:nvPr>
            <p:ph type="ftr" sz="quarter" idx="11"/>
          </p:nvPr>
        </p:nvSpPr>
        <p:spPr/>
        <p:txBody>
          <a:bodyPr/>
          <a:lstStyle>
            <a:lvl1pPr>
              <a:defRPr/>
            </a:lvl1pPr>
          </a:lstStyle>
          <a:p>
            <a:pPr>
              <a:defRPr/>
            </a:pPr>
            <a:r>
              <a:rPr lang="en-US" altLang="en-US"/>
              <a:t>GP Approach to Record Deduplication                                                            Matoshri ,COE , Nashik-3</a:t>
            </a:r>
            <a:endParaRPr lang="en-US"/>
          </a:p>
        </p:txBody>
      </p:sp>
      <p:sp>
        <p:nvSpPr>
          <p:cNvPr id="5" name="Slide Number Placeholder 22">
            <a:extLst>
              <a:ext uri="{FF2B5EF4-FFF2-40B4-BE49-F238E27FC236}">
                <a16:creationId xmlns:a16="http://schemas.microsoft.com/office/drawing/2014/main" id="{F3676AF4-CA71-2AA3-A176-9E8B6DA4B91A}"/>
              </a:ext>
            </a:extLst>
          </p:cNvPr>
          <p:cNvSpPr>
            <a:spLocks noGrp="1"/>
          </p:cNvSpPr>
          <p:nvPr>
            <p:ph type="sldNum" sz="quarter" idx="12"/>
          </p:nvPr>
        </p:nvSpPr>
        <p:spPr/>
        <p:txBody>
          <a:bodyPr/>
          <a:lstStyle>
            <a:lvl1pPr>
              <a:defRPr/>
            </a:lvl1pPr>
          </a:lstStyle>
          <a:p>
            <a:fld id="{60FF9A52-6021-4764-874F-4492824EBD39}" type="slidenum">
              <a:rPr lang="en-US" altLang="en-US"/>
              <a:pPr/>
              <a:t>‹#›</a:t>
            </a:fld>
            <a:endParaRPr lang="en-US" altLang="en-US"/>
          </a:p>
        </p:txBody>
      </p:sp>
    </p:spTree>
    <p:extLst>
      <p:ext uri="{BB962C8B-B14F-4D97-AF65-F5344CB8AC3E}">
        <p14:creationId xmlns:p14="http://schemas.microsoft.com/office/powerpoint/2010/main" val="19243080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1"/>
              <a:t>Click to edit Master title style</a:t>
            </a:r>
          </a:p>
        </p:txBody>
      </p:sp>
      <p:sp>
        <p:nvSpPr>
          <p:cNvPr id="3" name="Date Placeholder 13">
            <a:extLst>
              <a:ext uri="{FF2B5EF4-FFF2-40B4-BE49-F238E27FC236}">
                <a16:creationId xmlns:a16="http://schemas.microsoft.com/office/drawing/2014/main" id="{21FB3A1B-918B-09A1-9D18-775E74939007}"/>
              </a:ext>
            </a:extLst>
          </p:cNvPr>
          <p:cNvSpPr>
            <a:spLocks noGrp="1"/>
          </p:cNvSpPr>
          <p:nvPr>
            <p:ph type="dt" sz="half" idx="10"/>
          </p:nvPr>
        </p:nvSpPr>
        <p:spPr/>
        <p:txBody>
          <a:bodyPr/>
          <a:lstStyle>
            <a:lvl1pPr>
              <a:defRPr/>
            </a:lvl1pPr>
          </a:lstStyle>
          <a:p>
            <a:pPr>
              <a:defRPr/>
            </a:pPr>
            <a:fld id="{52AE3FB7-3B13-40D8-BFD1-2480C11DA5E3}" type="datetime1">
              <a:rPr lang="en-US" altLang="en-US"/>
              <a:pPr>
                <a:defRPr/>
              </a:pPr>
              <a:t>4/28/2026</a:t>
            </a:fld>
            <a:endParaRPr lang="en-US" altLang="en-US"/>
          </a:p>
        </p:txBody>
      </p:sp>
      <p:sp>
        <p:nvSpPr>
          <p:cNvPr id="4" name="Footer Placeholder 2">
            <a:extLst>
              <a:ext uri="{FF2B5EF4-FFF2-40B4-BE49-F238E27FC236}">
                <a16:creationId xmlns:a16="http://schemas.microsoft.com/office/drawing/2014/main" id="{CBC8921B-33A1-2AA5-49AC-74EF121E7D04}"/>
              </a:ext>
            </a:extLst>
          </p:cNvPr>
          <p:cNvSpPr>
            <a:spLocks noGrp="1"/>
          </p:cNvSpPr>
          <p:nvPr>
            <p:ph type="ftr" sz="quarter" idx="11"/>
          </p:nvPr>
        </p:nvSpPr>
        <p:spPr/>
        <p:txBody>
          <a:bodyPr/>
          <a:lstStyle>
            <a:lvl1pPr>
              <a:defRPr/>
            </a:lvl1pPr>
          </a:lstStyle>
          <a:p>
            <a:pPr>
              <a:defRPr/>
            </a:pPr>
            <a:r>
              <a:rPr lang="en-US" altLang="en-US"/>
              <a:t>GP Approach to Record Deduplication                                                            Matoshri ,COE , Nashik-3</a:t>
            </a:r>
            <a:endParaRPr lang="en-US"/>
          </a:p>
        </p:txBody>
      </p:sp>
      <p:sp>
        <p:nvSpPr>
          <p:cNvPr id="5" name="Slide Number Placeholder 22">
            <a:extLst>
              <a:ext uri="{FF2B5EF4-FFF2-40B4-BE49-F238E27FC236}">
                <a16:creationId xmlns:a16="http://schemas.microsoft.com/office/drawing/2014/main" id="{1F52D6F7-899D-A09A-2588-F8C16AFF2B25}"/>
              </a:ext>
            </a:extLst>
          </p:cNvPr>
          <p:cNvSpPr>
            <a:spLocks noGrp="1"/>
          </p:cNvSpPr>
          <p:nvPr>
            <p:ph type="sldNum" sz="quarter" idx="12"/>
          </p:nvPr>
        </p:nvSpPr>
        <p:spPr/>
        <p:txBody>
          <a:bodyPr/>
          <a:lstStyle>
            <a:lvl1pPr>
              <a:defRPr/>
            </a:lvl1pPr>
          </a:lstStyle>
          <a:p>
            <a:fld id="{FFEA12CB-78BC-4BA0-B3FF-2D0C6953C250}" type="slidenum">
              <a:rPr lang="en-US" altLang="en-US"/>
              <a:pPr/>
              <a:t>‹#›</a:t>
            </a:fld>
            <a:endParaRPr lang="en-US" altLang="en-US"/>
          </a:p>
        </p:txBody>
      </p:sp>
    </p:spTree>
    <p:extLst>
      <p:ext uri="{BB962C8B-B14F-4D97-AF65-F5344CB8AC3E}">
        <p14:creationId xmlns:p14="http://schemas.microsoft.com/office/powerpoint/2010/main" val="32043429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a:extLst>
              <a:ext uri="{FF2B5EF4-FFF2-40B4-BE49-F238E27FC236}">
                <a16:creationId xmlns:a16="http://schemas.microsoft.com/office/drawing/2014/main" id="{4F34940B-F884-F0CE-AAFC-B0558E9CA485}"/>
              </a:ext>
            </a:extLst>
          </p:cNvPr>
          <p:cNvSpPr>
            <a:spLocks noGrp="1"/>
          </p:cNvSpPr>
          <p:nvPr>
            <p:ph type="dt" sz="half" idx="10"/>
          </p:nvPr>
        </p:nvSpPr>
        <p:spPr/>
        <p:txBody>
          <a:bodyPr/>
          <a:lstStyle>
            <a:lvl1pPr>
              <a:defRPr/>
            </a:lvl1pPr>
          </a:lstStyle>
          <a:p>
            <a:pPr>
              <a:defRPr/>
            </a:pPr>
            <a:fld id="{26D63D52-82BF-472C-9B14-CCA2414C93B8}" type="datetime1">
              <a:rPr lang="en-US" altLang="en-US"/>
              <a:pPr>
                <a:defRPr/>
              </a:pPr>
              <a:t>4/28/2026</a:t>
            </a:fld>
            <a:endParaRPr lang="en-US" altLang="en-US"/>
          </a:p>
        </p:txBody>
      </p:sp>
      <p:sp>
        <p:nvSpPr>
          <p:cNvPr id="3" name="Footer Placeholder 2">
            <a:extLst>
              <a:ext uri="{FF2B5EF4-FFF2-40B4-BE49-F238E27FC236}">
                <a16:creationId xmlns:a16="http://schemas.microsoft.com/office/drawing/2014/main" id="{F7A4AA1B-96A9-0C5E-992F-53F36D828295}"/>
              </a:ext>
            </a:extLst>
          </p:cNvPr>
          <p:cNvSpPr>
            <a:spLocks noGrp="1"/>
          </p:cNvSpPr>
          <p:nvPr>
            <p:ph type="ftr" sz="quarter" idx="11"/>
          </p:nvPr>
        </p:nvSpPr>
        <p:spPr/>
        <p:txBody>
          <a:bodyPr/>
          <a:lstStyle>
            <a:lvl1pPr>
              <a:defRPr/>
            </a:lvl1pPr>
          </a:lstStyle>
          <a:p>
            <a:pPr>
              <a:defRPr/>
            </a:pPr>
            <a:r>
              <a:rPr lang="en-US" altLang="en-US"/>
              <a:t>GP Approach to Record Deduplication                                                            Matoshri ,COE , Nashik-3</a:t>
            </a:r>
            <a:endParaRPr lang="en-US"/>
          </a:p>
        </p:txBody>
      </p:sp>
      <p:sp>
        <p:nvSpPr>
          <p:cNvPr id="4" name="Slide Number Placeholder 22">
            <a:extLst>
              <a:ext uri="{FF2B5EF4-FFF2-40B4-BE49-F238E27FC236}">
                <a16:creationId xmlns:a16="http://schemas.microsoft.com/office/drawing/2014/main" id="{8CAEF601-14F1-D786-44B5-3A6CAA9F0765}"/>
              </a:ext>
            </a:extLst>
          </p:cNvPr>
          <p:cNvSpPr>
            <a:spLocks noGrp="1"/>
          </p:cNvSpPr>
          <p:nvPr>
            <p:ph type="sldNum" sz="quarter" idx="12"/>
          </p:nvPr>
        </p:nvSpPr>
        <p:spPr/>
        <p:txBody>
          <a:bodyPr/>
          <a:lstStyle>
            <a:lvl1pPr>
              <a:defRPr/>
            </a:lvl1pPr>
          </a:lstStyle>
          <a:p>
            <a:fld id="{36232ADB-EB56-4B2E-B77B-7026524522F8}" type="slidenum">
              <a:rPr lang="en-US" altLang="en-US"/>
              <a:pPr/>
              <a:t>‹#›</a:t>
            </a:fld>
            <a:endParaRPr lang="en-US" altLang="en-US"/>
          </a:p>
        </p:txBody>
      </p:sp>
    </p:spTree>
    <p:extLst>
      <p:ext uri="{BB962C8B-B14F-4D97-AF65-F5344CB8AC3E}">
        <p14:creationId xmlns:p14="http://schemas.microsoft.com/office/powerpoint/2010/main" val="169158351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4" name="Straight Connector 3">
            <a:extLst>
              <a:ext uri="{FF2B5EF4-FFF2-40B4-BE49-F238E27FC236}">
                <a16:creationId xmlns:a16="http://schemas.microsoft.com/office/drawing/2014/main" id="{2A5B5D7D-9EA0-58C3-8142-6102453D5F1E}"/>
              </a:ext>
            </a:extLst>
          </p:cNvPr>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pPr>
              <a:defRPr/>
            </a:pPr>
            <a:endParaRPr lang="en-US" altLang="en-US">
              <a:ea typeface="SimSun" pitchFamily="2" charset="-122"/>
            </a:endParaRPr>
          </a:p>
        </p:txBody>
      </p:sp>
      <p:sp>
        <p:nvSpPr>
          <p:cNvPr id="5" name="Straight Connector 4">
            <a:extLst>
              <a:ext uri="{FF2B5EF4-FFF2-40B4-BE49-F238E27FC236}">
                <a16:creationId xmlns:a16="http://schemas.microsoft.com/office/drawing/2014/main" id="{9C2A206D-AEE4-8B4E-8F2B-0D18D05148FE}"/>
              </a:ext>
            </a:extLst>
          </p:cNvPr>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a:defRPr/>
            </a:pPr>
            <a:endParaRPr lang="en-US" altLang="en-US">
              <a:ea typeface="SimSun" pitchFamily="2" charset="-122"/>
            </a:endParaRPr>
          </a:p>
        </p:txBody>
      </p:sp>
      <p:sp>
        <p:nvSpPr>
          <p:cNvPr id="6" name="Straight Connector 16">
            <a:extLst>
              <a:ext uri="{FF2B5EF4-FFF2-40B4-BE49-F238E27FC236}">
                <a16:creationId xmlns:a16="http://schemas.microsoft.com/office/drawing/2014/main" id="{D52942D1-ABF3-99B6-59E8-64AF9E85395D}"/>
              </a:ext>
            </a:extLst>
          </p:cNvPr>
          <p:cNvSpPr>
            <a:spLocks noChangeShapeType="1"/>
          </p:cNvSpPr>
          <p:nvPr/>
        </p:nvSpPr>
        <p:spPr bwMode="auto">
          <a:xfrm>
            <a:off x="6192838" y="0"/>
            <a:ext cx="0" cy="6858000"/>
          </a:xfrm>
          <a:prstGeom prst="line">
            <a:avLst/>
          </a:prstGeom>
          <a:noFill/>
          <a:ln w="12700" algn="ctr">
            <a:solidFill>
              <a:schemeClr val="accent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 name="Straight Connector 17">
            <a:extLst>
              <a:ext uri="{FF2B5EF4-FFF2-40B4-BE49-F238E27FC236}">
                <a16:creationId xmlns:a16="http://schemas.microsoft.com/office/drawing/2014/main" id="{E5C2EE0C-86F1-845C-19B7-46F2392DC705}"/>
              </a:ext>
            </a:extLst>
          </p:cNvPr>
          <p:cNvSpPr>
            <a:spLocks noChangeShapeType="1"/>
          </p:cNvSpPr>
          <p:nvPr/>
        </p:nvSpPr>
        <p:spPr bwMode="auto">
          <a:xfrm>
            <a:off x="8991600" y="0"/>
            <a:ext cx="0" cy="6858000"/>
          </a:xfrm>
          <a:prstGeom prst="line">
            <a:avLst/>
          </a:prstGeom>
          <a:noFill/>
          <a:ln w="19050" algn="ctr">
            <a:solidFill>
              <a:schemeClr val="accent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8" name="Rectangle 7">
            <a:extLst>
              <a:ext uri="{FF2B5EF4-FFF2-40B4-BE49-F238E27FC236}">
                <a16:creationId xmlns:a16="http://schemas.microsoft.com/office/drawing/2014/main" id="{2749F742-4816-74F2-6E25-64D24CC1FBED}"/>
              </a:ext>
            </a:extLst>
          </p:cNvPr>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solidFill>
                <a:srgbClr val="FFFFFF"/>
              </a:solidFill>
              <a:ea typeface="SimSun" pitchFamily="2" charset="-122"/>
              <a:cs typeface="Arial" pitchFamily="34" charset="0"/>
            </a:endParaRPr>
          </a:p>
        </p:txBody>
      </p:sp>
      <p:sp>
        <p:nvSpPr>
          <p:cNvPr id="9" name="Straight Connector 19">
            <a:extLst>
              <a:ext uri="{FF2B5EF4-FFF2-40B4-BE49-F238E27FC236}">
                <a16:creationId xmlns:a16="http://schemas.microsoft.com/office/drawing/2014/main" id="{13C6885F-28E8-74CF-86DC-F1EB4ED9B3C3}"/>
              </a:ext>
            </a:extLst>
          </p:cNvPr>
          <p:cNvSpPr>
            <a:spLocks noChangeShapeType="1"/>
          </p:cNvSpPr>
          <p:nvPr/>
        </p:nvSpPr>
        <p:spPr bwMode="auto">
          <a:xfrm>
            <a:off x="8915400" y="0"/>
            <a:ext cx="0" cy="6858000"/>
          </a:xfrm>
          <a:prstGeom prst="line">
            <a:avLst/>
          </a:prstGeom>
          <a:noFill/>
          <a:ln w="9525" algn="ctr">
            <a:solidFill>
              <a:schemeClr val="accent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 name="Oval 9">
            <a:extLst>
              <a:ext uri="{FF2B5EF4-FFF2-40B4-BE49-F238E27FC236}">
                <a16:creationId xmlns:a16="http://schemas.microsoft.com/office/drawing/2014/main" id="{53FB53EC-166D-0A38-B39E-009EBE3C3ACE}"/>
              </a:ext>
            </a:extLst>
          </p:cNvPr>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solidFill>
                <a:srgbClr val="FFFFFF"/>
              </a:solidFill>
              <a:ea typeface="SimSun" pitchFamily="2" charset="-122"/>
              <a:cs typeface="Arial" pitchFamily="34" charset="0"/>
            </a:endParaRPr>
          </a:p>
        </p:txBody>
      </p:sp>
      <p:sp>
        <p:nvSpPr>
          <p:cNvPr id="2" name="Title 1"/>
          <p:cNvSpPr>
            <a:spLocks noGrp="1"/>
          </p:cNvSpPr>
          <p:nvPr>
            <p:ph type="title"/>
          </p:nvPr>
        </p:nvSpPr>
        <p:spPr>
          <a:xfrm rot="5400000">
            <a:off x="3371850" y="3200400"/>
            <a:ext cx="6309360" cy="457200"/>
          </a:xfrm>
        </p:spPr>
        <p:txBody>
          <a:bodyPr/>
          <a:lstStyle>
            <a:lvl1pPr algn="l">
              <a:buNone/>
              <a:defRPr sz="2000" b="1" cap="small" baseline="0"/>
            </a:lvl1pPr>
          </a:lstStyle>
          <a:p>
            <a:r>
              <a:rPr lang="en-US" noProof="1"/>
              <a:t>Click to edit Master title style</a:t>
            </a:r>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a:r>
              <a:rPr lang="en-US" noProof="1"/>
              <a:t>Click to edit Master text styles</a:t>
            </a:r>
          </a:p>
        </p:txBody>
      </p:sp>
      <p:sp>
        <p:nvSpPr>
          <p:cNvPr id="18" name="Content Placeholder 17"/>
          <p:cNvSpPr>
            <a:spLocks noGrp="1"/>
          </p:cNvSpPr>
          <p:nvPr>
            <p:ph sz="quarter" idx="1"/>
          </p:nvPr>
        </p:nvSpPr>
        <p:spPr>
          <a:xfrm>
            <a:off x="304800" y="274320"/>
            <a:ext cx="5638800" cy="6327648"/>
          </a:xfrm>
        </p:spPr>
        <p:txBody>
          <a:body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p>
        </p:txBody>
      </p:sp>
      <p:sp>
        <p:nvSpPr>
          <p:cNvPr id="11" name="Date Placeholder 20">
            <a:extLst>
              <a:ext uri="{FF2B5EF4-FFF2-40B4-BE49-F238E27FC236}">
                <a16:creationId xmlns:a16="http://schemas.microsoft.com/office/drawing/2014/main" id="{0C29E7E4-AB64-643F-96AE-723781A75373}"/>
              </a:ext>
            </a:extLst>
          </p:cNvPr>
          <p:cNvSpPr>
            <a:spLocks noGrp="1"/>
          </p:cNvSpPr>
          <p:nvPr>
            <p:ph type="dt" sz="half" idx="10"/>
          </p:nvPr>
        </p:nvSpPr>
        <p:spPr/>
        <p:txBody>
          <a:bodyPr/>
          <a:lstStyle>
            <a:lvl1pPr>
              <a:defRPr/>
            </a:lvl1pPr>
          </a:lstStyle>
          <a:p>
            <a:pPr>
              <a:defRPr/>
            </a:pPr>
            <a:fld id="{91AA0CDD-A409-44A3-B5C0-D4D909B38147}" type="datetime1">
              <a:rPr lang="en-US" altLang="en-US"/>
              <a:pPr>
                <a:defRPr/>
              </a:pPr>
              <a:t>4/28/2026</a:t>
            </a:fld>
            <a:endParaRPr lang="en-US" altLang="en-US"/>
          </a:p>
        </p:txBody>
      </p:sp>
      <p:sp>
        <p:nvSpPr>
          <p:cNvPr id="12" name="Slide Number Placeholder 21">
            <a:extLst>
              <a:ext uri="{FF2B5EF4-FFF2-40B4-BE49-F238E27FC236}">
                <a16:creationId xmlns:a16="http://schemas.microsoft.com/office/drawing/2014/main" id="{473095B0-09B6-640D-A2CB-F65C62DD86A4}"/>
              </a:ext>
            </a:extLst>
          </p:cNvPr>
          <p:cNvSpPr>
            <a:spLocks noGrp="1"/>
          </p:cNvSpPr>
          <p:nvPr>
            <p:ph type="sldNum" sz="quarter" idx="11"/>
          </p:nvPr>
        </p:nvSpPr>
        <p:spPr/>
        <p:txBody>
          <a:bodyPr/>
          <a:lstStyle>
            <a:lvl1pPr>
              <a:defRPr/>
            </a:lvl1pPr>
          </a:lstStyle>
          <a:p>
            <a:fld id="{2DDF00D5-666F-410A-B487-897750B8B9A7}" type="slidenum">
              <a:rPr lang="en-US" altLang="en-US"/>
              <a:pPr/>
              <a:t>‹#›</a:t>
            </a:fld>
            <a:endParaRPr lang="en-US" altLang="en-US"/>
          </a:p>
        </p:txBody>
      </p:sp>
      <p:sp>
        <p:nvSpPr>
          <p:cNvPr id="13" name="Footer Placeholder 22">
            <a:extLst>
              <a:ext uri="{FF2B5EF4-FFF2-40B4-BE49-F238E27FC236}">
                <a16:creationId xmlns:a16="http://schemas.microsoft.com/office/drawing/2014/main" id="{C7F6CDE0-EDFB-E0FF-D91F-5E58907AF440}"/>
              </a:ext>
            </a:extLst>
          </p:cNvPr>
          <p:cNvSpPr>
            <a:spLocks noGrp="1"/>
          </p:cNvSpPr>
          <p:nvPr>
            <p:ph type="ftr" sz="quarter" idx="12"/>
          </p:nvPr>
        </p:nvSpPr>
        <p:spPr/>
        <p:txBody>
          <a:bodyPr/>
          <a:lstStyle>
            <a:lvl1pPr>
              <a:defRPr/>
            </a:lvl1pPr>
          </a:lstStyle>
          <a:p>
            <a:pPr>
              <a:defRPr/>
            </a:pPr>
            <a:r>
              <a:rPr lang="en-US" altLang="en-US"/>
              <a:t>GP Approach to Record Deduplication                                                            Matoshri ,COE , Nashik-3</a:t>
            </a:r>
            <a:endParaRPr lang="en-US"/>
          </a:p>
        </p:txBody>
      </p:sp>
    </p:spTree>
    <p:extLst>
      <p:ext uri="{BB962C8B-B14F-4D97-AF65-F5344CB8AC3E}">
        <p14:creationId xmlns:p14="http://schemas.microsoft.com/office/powerpoint/2010/main" val="2817880500"/>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Straight Connector 4">
            <a:extLst>
              <a:ext uri="{FF2B5EF4-FFF2-40B4-BE49-F238E27FC236}">
                <a16:creationId xmlns:a16="http://schemas.microsoft.com/office/drawing/2014/main" id="{32A9A2F1-9723-2CCE-F4EA-504882A4BFFD}"/>
              </a:ext>
            </a:extLst>
          </p:cNvPr>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a:defRPr/>
            </a:pPr>
            <a:endParaRPr lang="en-US" altLang="en-US">
              <a:ea typeface="SimSun" pitchFamily="2" charset="-122"/>
            </a:endParaRPr>
          </a:p>
        </p:txBody>
      </p:sp>
      <p:sp>
        <p:nvSpPr>
          <p:cNvPr id="6" name="Oval 5">
            <a:extLst>
              <a:ext uri="{FF2B5EF4-FFF2-40B4-BE49-F238E27FC236}">
                <a16:creationId xmlns:a16="http://schemas.microsoft.com/office/drawing/2014/main" id="{0E052482-D844-993E-93F4-83C811578327}"/>
              </a:ext>
            </a:extLst>
          </p:cNvPr>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solidFill>
                <a:srgbClr val="FFFFFF"/>
              </a:solidFill>
              <a:ea typeface="SimSun" pitchFamily="2" charset="-122"/>
              <a:cs typeface="Arial" pitchFamily="34" charset="0"/>
            </a:endParaRPr>
          </a:p>
        </p:txBody>
      </p:sp>
      <p:sp>
        <p:nvSpPr>
          <p:cNvPr id="7" name="Straight Connector 16">
            <a:extLst>
              <a:ext uri="{FF2B5EF4-FFF2-40B4-BE49-F238E27FC236}">
                <a16:creationId xmlns:a16="http://schemas.microsoft.com/office/drawing/2014/main" id="{585E03A6-9048-82E7-62C7-6230F06AE15B}"/>
              </a:ext>
            </a:extLst>
          </p:cNvPr>
          <p:cNvSpPr>
            <a:spLocks noChangeShapeType="1"/>
          </p:cNvSpPr>
          <p:nvPr/>
        </p:nvSpPr>
        <p:spPr bwMode="auto">
          <a:xfrm>
            <a:off x="8991600" y="0"/>
            <a:ext cx="0" cy="68580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8" name="Rectangle 7">
            <a:extLst>
              <a:ext uri="{FF2B5EF4-FFF2-40B4-BE49-F238E27FC236}">
                <a16:creationId xmlns:a16="http://schemas.microsoft.com/office/drawing/2014/main" id="{B054D5C7-8851-9960-AB97-749FBC02E651}"/>
              </a:ext>
            </a:extLst>
          </p:cNvPr>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solidFill>
                <a:srgbClr val="FFFFFF"/>
              </a:solidFill>
              <a:ea typeface="SimSun" pitchFamily="2" charset="-122"/>
              <a:cs typeface="Arial" pitchFamily="34" charset="0"/>
            </a:endParaRPr>
          </a:p>
        </p:txBody>
      </p:sp>
      <p:sp>
        <p:nvSpPr>
          <p:cNvPr id="9" name="Straight Connector 18">
            <a:extLst>
              <a:ext uri="{FF2B5EF4-FFF2-40B4-BE49-F238E27FC236}">
                <a16:creationId xmlns:a16="http://schemas.microsoft.com/office/drawing/2014/main" id="{C40A532B-E283-FFC0-90FA-48305AE3B601}"/>
              </a:ext>
            </a:extLst>
          </p:cNvPr>
          <p:cNvSpPr>
            <a:spLocks noChangeShapeType="1"/>
          </p:cNvSpPr>
          <p:nvPr/>
        </p:nvSpPr>
        <p:spPr bwMode="auto">
          <a:xfrm>
            <a:off x="8915400" y="0"/>
            <a:ext cx="0" cy="6858000"/>
          </a:xfrm>
          <a:prstGeom prst="line">
            <a:avLst/>
          </a:prstGeom>
          <a:noFill/>
          <a:ln w="9525" algn="ctr">
            <a:solidFill>
              <a:schemeClr val="accent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 name="Straight Connector 9">
            <a:extLst>
              <a:ext uri="{FF2B5EF4-FFF2-40B4-BE49-F238E27FC236}">
                <a16:creationId xmlns:a16="http://schemas.microsoft.com/office/drawing/2014/main" id="{A095DD7D-8E03-9733-C941-728D794BDEF0}"/>
              </a:ext>
            </a:extLst>
          </p:cNvPr>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a:defRPr/>
            </a:pPr>
            <a:endParaRPr lang="en-US" altLang="en-US">
              <a:ea typeface="SimSun" pitchFamily="2" charset="-122"/>
            </a:endParaRPr>
          </a:p>
        </p:txBody>
      </p:sp>
      <p:sp>
        <p:nvSpPr>
          <p:cNvPr id="11" name="Straight Connector 20">
            <a:extLst>
              <a:ext uri="{FF2B5EF4-FFF2-40B4-BE49-F238E27FC236}">
                <a16:creationId xmlns:a16="http://schemas.microsoft.com/office/drawing/2014/main" id="{D8BCF1B1-09BE-D7A0-981B-5194B2D0B896}"/>
              </a:ext>
            </a:extLst>
          </p:cNvPr>
          <p:cNvSpPr>
            <a:spLocks noChangeShapeType="1"/>
          </p:cNvSpPr>
          <p:nvPr/>
        </p:nvSpPr>
        <p:spPr bwMode="auto">
          <a:xfrm>
            <a:off x="6192838" y="0"/>
            <a:ext cx="0" cy="6858000"/>
          </a:xfrm>
          <a:prstGeom prst="line">
            <a:avLst/>
          </a:prstGeom>
          <a:noFill/>
          <a:ln w="12700" algn="ctr">
            <a:solidFill>
              <a:schemeClr val="accent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 name="Title 1"/>
          <p:cNvSpPr>
            <a:spLocks noGrp="1"/>
          </p:cNvSpPr>
          <p:nvPr>
            <p:ph type="title"/>
          </p:nvPr>
        </p:nvSpPr>
        <p:spPr>
          <a:xfrm rot="5400000">
            <a:off x="3350133" y="3200400"/>
            <a:ext cx="6309360" cy="457200"/>
          </a:xfrm>
        </p:spPr>
        <p:txBody>
          <a:bodyPr/>
          <a:lstStyle>
            <a:lvl1pPr algn="l">
              <a:buNone/>
              <a:defRPr sz="2000" b="1"/>
            </a:lvl1pPr>
          </a:lstStyle>
          <a:p>
            <a:r>
              <a:rPr lang="en-US" noProof="1"/>
              <a:t>Click to edit Master title style</a:t>
            </a:r>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ormAutofit/>
          </a:bodyPr>
          <a:lstStyle>
            <a:lvl1pPr marL="0" indent="0">
              <a:buNone/>
              <a:defRPr sz="3200"/>
            </a:lvl1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6765798" y="264796"/>
            <a:ext cx="1524000" cy="4956048"/>
          </a:xfrm>
        </p:spPr>
        <p:txBody>
          <a:bodyPr rot="0" spcFirstLastPara="0" vertOverflow="overflow" horzOverflow="overflow" spcCol="274320" rtlCol="0" fromWordArt="0" forceAA="0">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a:r>
              <a:rPr lang="en-US" noProof="1"/>
              <a:t>Click to edit Master text styles</a:t>
            </a:r>
          </a:p>
        </p:txBody>
      </p:sp>
      <p:sp>
        <p:nvSpPr>
          <p:cNvPr id="12" name="Date Placeholder 16">
            <a:extLst>
              <a:ext uri="{FF2B5EF4-FFF2-40B4-BE49-F238E27FC236}">
                <a16:creationId xmlns:a16="http://schemas.microsoft.com/office/drawing/2014/main" id="{1A8A1299-3DB7-2A78-A64E-9745478A973B}"/>
              </a:ext>
            </a:extLst>
          </p:cNvPr>
          <p:cNvSpPr>
            <a:spLocks noGrp="1"/>
          </p:cNvSpPr>
          <p:nvPr>
            <p:ph type="dt" sz="half" idx="10"/>
          </p:nvPr>
        </p:nvSpPr>
        <p:spPr/>
        <p:txBody>
          <a:bodyPr/>
          <a:lstStyle>
            <a:lvl1pPr>
              <a:defRPr/>
            </a:lvl1pPr>
          </a:lstStyle>
          <a:p>
            <a:pPr>
              <a:defRPr/>
            </a:pPr>
            <a:fld id="{994B98A9-1459-4C8F-A7CF-CCF0D138DE2A}" type="datetime1">
              <a:rPr lang="en-US" altLang="en-US"/>
              <a:pPr>
                <a:defRPr/>
              </a:pPr>
              <a:t>4/28/2026</a:t>
            </a:fld>
            <a:endParaRPr lang="en-US" altLang="en-US"/>
          </a:p>
        </p:txBody>
      </p:sp>
      <p:sp>
        <p:nvSpPr>
          <p:cNvPr id="13" name="Slide Number Placeholder 17">
            <a:extLst>
              <a:ext uri="{FF2B5EF4-FFF2-40B4-BE49-F238E27FC236}">
                <a16:creationId xmlns:a16="http://schemas.microsoft.com/office/drawing/2014/main" id="{644ECA79-7DD0-B82A-5059-01CEB2CBA4BE}"/>
              </a:ext>
            </a:extLst>
          </p:cNvPr>
          <p:cNvSpPr>
            <a:spLocks noGrp="1"/>
          </p:cNvSpPr>
          <p:nvPr>
            <p:ph type="sldNum" sz="quarter" idx="11"/>
          </p:nvPr>
        </p:nvSpPr>
        <p:spPr/>
        <p:txBody>
          <a:bodyPr/>
          <a:lstStyle>
            <a:lvl1pPr>
              <a:defRPr/>
            </a:lvl1pPr>
          </a:lstStyle>
          <a:p>
            <a:fld id="{612FC5EB-5607-470B-A599-2DB00EFE474B}" type="slidenum">
              <a:rPr lang="en-US" altLang="en-US"/>
              <a:pPr/>
              <a:t>‹#›</a:t>
            </a:fld>
            <a:endParaRPr lang="en-US" altLang="en-US"/>
          </a:p>
        </p:txBody>
      </p:sp>
      <p:sp>
        <p:nvSpPr>
          <p:cNvPr id="14" name="Footer Placeholder 20">
            <a:extLst>
              <a:ext uri="{FF2B5EF4-FFF2-40B4-BE49-F238E27FC236}">
                <a16:creationId xmlns:a16="http://schemas.microsoft.com/office/drawing/2014/main" id="{B46D41EE-EB20-ACCC-7B28-8994AB80E7AC}"/>
              </a:ext>
            </a:extLst>
          </p:cNvPr>
          <p:cNvSpPr>
            <a:spLocks noGrp="1"/>
          </p:cNvSpPr>
          <p:nvPr>
            <p:ph type="ftr" sz="quarter" idx="12"/>
          </p:nvPr>
        </p:nvSpPr>
        <p:spPr/>
        <p:txBody>
          <a:bodyPr/>
          <a:lstStyle>
            <a:lvl1pPr>
              <a:defRPr/>
            </a:lvl1pPr>
          </a:lstStyle>
          <a:p>
            <a:pPr>
              <a:defRPr/>
            </a:pPr>
            <a:r>
              <a:rPr lang="en-US" altLang="en-US"/>
              <a:t>GP Approach to Record Deduplication                                                            Matoshri ,COE , Nashik-3</a:t>
            </a:r>
            <a:endParaRPr lang="en-US"/>
          </a:p>
        </p:txBody>
      </p:sp>
    </p:spTree>
    <p:extLst>
      <p:ext uri="{BB962C8B-B14F-4D97-AF65-F5344CB8AC3E}">
        <p14:creationId xmlns:p14="http://schemas.microsoft.com/office/powerpoint/2010/main" val="539835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1"/>
              <a:t>Click to edit Master title style</a:t>
            </a:r>
          </a:p>
        </p:txBody>
      </p:sp>
      <p:sp>
        <p:nvSpPr>
          <p:cNvPr id="3" name="Vertical Text Placeholder 2"/>
          <p:cNvSpPr>
            <a:spLocks noGrp="1"/>
          </p:cNvSpPr>
          <p:nvPr>
            <p:ph type="body" orient="vert" idx="1"/>
          </p:nvPr>
        </p:nvSpPr>
        <p:spPr/>
        <p:txBody>
          <a:bodyPr vert="eaVert"/>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p>
        </p:txBody>
      </p:sp>
      <p:sp>
        <p:nvSpPr>
          <p:cNvPr id="4" name="Date Placeholder 13">
            <a:extLst>
              <a:ext uri="{FF2B5EF4-FFF2-40B4-BE49-F238E27FC236}">
                <a16:creationId xmlns:a16="http://schemas.microsoft.com/office/drawing/2014/main" id="{EA7C17E2-DE65-E77A-0FD0-0AD847D62A1A}"/>
              </a:ext>
            </a:extLst>
          </p:cNvPr>
          <p:cNvSpPr>
            <a:spLocks noGrp="1"/>
          </p:cNvSpPr>
          <p:nvPr>
            <p:ph type="dt" sz="half" idx="10"/>
          </p:nvPr>
        </p:nvSpPr>
        <p:spPr/>
        <p:txBody>
          <a:bodyPr/>
          <a:lstStyle>
            <a:lvl1pPr>
              <a:defRPr/>
            </a:lvl1pPr>
          </a:lstStyle>
          <a:p>
            <a:pPr>
              <a:defRPr/>
            </a:pPr>
            <a:fld id="{4885CDCB-C0DD-4452-B315-5C7299254CFD}" type="datetime1">
              <a:rPr lang="en-US" altLang="en-US"/>
              <a:pPr>
                <a:defRPr/>
              </a:pPr>
              <a:t>4/28/2026</a:t>
            </a:fld>
            <a:endParaRPr lang="en-US" altLang="en-US"/>
          </a:p>
        </p:txBody>
      </p:sp>
      <p:sp>
        <p:nvSpPr>
          <p:cNvPr id="5" name="Footer Placeholder 2">
            <a:extLst>
              <a:ext uri="{FF2B5EF4-FFF2-40B4-BE49-F238E27FC236}">
                <a16:creationId xmlns:a16="http://schemas.microsoft.com/office/drawing/2014/main" id="{5F527596-EC99-0151-7BD1-52753AE3D963}"/>
              </a:ext>
            </a:extLst>
          </p:cNvPr>
          <p:cNvSpPr>
            <a:spLocks noGrp="1"/>
          </p:cNvSpPr>
          <p:nvPr>
            <p:ph type="ftr" sz="quarter" idx="11"/>
          </p:nvPr>
        </p:nvSpPr>
        <p:spPr/>
        <p:txBody>
          <a:bodyPr/>
          <a:lstStyle>
            <a:lvl1pPr>
              <a:defRPr/>
            </a:lvl1pPr>
          </a:lstStyle>
          <a:p>
            <a:pPr>
              <a:defRPr/>
            </a:pPr>
            <a:r>
              <a:rPr lang="en-US" altLang="en-US"/>
              <a:t>GP Approach to Record Deduplication                                                            Matoshri ,COE , Nashik-3</a:t>
            </a:r>
            <a:endParaRPr lang="en-US"/>
          </a:p>
        </p:txBody>
      </p:sp>
      <p:sp>
        <p:nvSpPr>
          <p:cNvPr id="6" name="Slide Number Placeholder 22">
            <a:extLst>
              <a:ext uri="{FF2B5EF4-FFF2-40B4-BE49-F238E27FC236}">
                <a16:creationId xmlns:a16="http://schemas.microsoft.com/office/drawing/2014/main" id="{01161EA2-17EA-A833-3225-FB4EC3BB1FF6}"/>
              </a:ext>
            </a:extLst>
          </p:cNvPr>
          <p:cNvSpPr>
            <a:spLocks noGrp="1"/>
          </p:cNvSpPr>
          <p:nvPr>
            <p:ph type="sldNum" sz="quarter" idx="12"/>
          </p:nvPr>
        </p:nvSpPr>
        <p:spPr/>
        <p:txBody>
          <a:bodyPr/>
          <a:lstStyle>
            <a:lvl1pPr>
              <a:defRPr/>
            </a:lvl1pPr>
          </a:lstStyle>
          <a:p>
            <a:fld id="{B2BA83BC-2E0C-4371-9B5C-6FAF2B017AD9}" type="slidenum">
              <a:rPr lang="en-US" altLang="en-US"/>
              <a:pPr/>
              <a:t>‹#›</a:t>
            </a:fld>
            <a:endParaRPr lang="en-US" altLang="en-US"/>
          </a:p>
        </p:txBody>
      </p:sp>
    </p:spTree>
    <p:extLst>
      <p:ext uri="{BB962C8B-B14F-4D97-AF65-F5344CB8AC3E}">
        <p14:creationId xmlns:p14="http://schemas.microsoft.com/office/powerpoint/2010/main" val="219993476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2"/>
            <a:ext cx="1676400" cy="5851525"/>
          </a:xfrm>
        </p:spPr>
        <p:txBody>
          <a:bodyPr vert="eaVert"/>
          <a:lstStyle/>
          <a:p>
            <a:r>
              <a:rPr lang="en-US" noProof="1"/>
              <a:t>Click to edit Master title style</a:t>
            </a:r>
          </a:p>
        </p:txBody>
      </p:sp>
      <p:sp>
        <p:nvSpPr>
          <p:cNvPr id="3" name="Vertical Text Placeholder 2"/>
          <p:cNvSpPr>
            <a:spLocks noGrp="1"/>
          </p:cNvSpPr>
          <p:nvPr>
            <p:ph type="body" orient="vert" idx="1"/>
          </p:nvPr>
        </p:nvSpPr>
        <p:spPr>
          <a:xfrm>
            <a:off x="457200" y="274640"/>
            <a:ext cx="6019800" cy="5851525"/>
          </a:xfrm>
        </p:spPr>
        <p:txBody>
          <a:bodyPr vert="eaVert"/>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p>
        </p:txBody>
      </p:sp>
      <p:sp>
        <p:nvSpPr>
          <p:cNvPr id="4" name="Date Placeholder 13">
            <a:extLst>
              <a:ext uri="{FF2B5EF4-FFF2-40B4-BE49-F238E27FC236}">
                <a16:creationId xmlns:a16="http://schemas.microsoft.com/office/drawing/2014/main" id="{D853C73C-8117-A924-819E-FDA17DC75AF6}"/>
              </a:ext>
            </a:extLst>
          </p:cNvPr>
          <p:cNvSpPr>
            <a:spLocks noGrp="1"/>
          </p:cNvSpPr>
          <p:nvPr>
            <p:ph type="dt" sz="half" idx="10"/>
          </p:nvPr>
        </p:nvSpPr>
        <p:spPr/>
        <p:txBody>
          <a:bodyPr/>
          <a:lstStyle>
            <a:lvl1pPr>
              <a:defRPr/>
            </a:lvl1pPr>
          </a:lstStyle>
          <a:p>
            <a:pPr>
              <a:defRPr/>
            </a:pPr>
            <a:fld id="{2C4C4B9B-DBC3-4228-883C-92109A34BEF9}" type="datetime1">
              <a:rPr lang="en-US" altLang="en-US"/>
              <a:pPr>
                <a:defRPr/>
              </a:pPr>
              <a:t>4/28/2026</a:t>
            </a:fld>
            <a:endParaRPr lang="en-US" altLang="en-US"/>
          </a:p>
        </p:txBody>
      </p:sp>
      <p:sp>
        <p:nvSpPr>
          <p:cNvPr id="5" name="Footer Placeholder 2">
            <a:extLst>
              <a:ext uri="{FF2B5EF4-FFF2-40B4-BE49-F238E27FC236}">
                <a16:creationId xmlns:a16="http://schemas.microsoft.com/office/drawing/2014/main" id="{8ED74C4F-7D7D-9672-E7FA-6E130C9AB8C0}"/>
              </a:ext>
            </a:extLst>
          </p:cNvPr>
          <p:cNvSpPr>
            <a:spLocks noGrp="1"/>
          </p:cNvSpPr>
          <p:nvPr>
            <p:ph type="ftr" sz="quarter" idx="11"/>
          </p:nvPr>
        </p:nvSpPr>
        <p:spPr/>
        <p:txBody>
          <a:bodyPr/>
          <a:lstStyle>
            <a:lvl1pPr>
              <a:defRPr/>
            </a:lvl1pPr>
          </a:lstStyle>
          <a:p>
            <a:pPr>
              <a:defRPr/>
            </a:pPr>
            <a:r>
              <a:rPr lang="en-US" altLang="en-US"/>
              <a:t>GP Approach to Record Deduplication                                                            Matoshri ,COE , Nashik-3</a:t>
            </a:r>
            <a:endParaRPr lang="en-US"/>
          </a:p>
        </p:txBody>
      </p:sp>
      <p:sp>
        <p:nvSpPr>
          <p:cNvPr id="6" name="Slide Number Placeholder 22">
            <a:extLst>
              <a:ext uri="{FF2B5EF4-FFF2-40B4-BE49-F238E27FC236}">
                <a16:creationId xmlns:a16="http://schemas.microsoft.com/office/drawing/2014/main" id="{74CDBA70-C055-C4B4-7760-13DD7349472A}"/>
              </a:ext>
            </a:extLst>
          </p:cNvPr>
          <p:cNvSpPr>
            <a:spLocks noGrp="1"/>
          </p:cNvSpPr>
          <p:nvPr>
            <p:ph type="sldNum" sz="quarter" idx="12"/>
          </p:nvPr>
        </p:nvSpPr>
        <p:spPr/>
        <p:txBody>
          <a:bodyPr/>
          <a:lstStyle>
            <a:lvl1pPr>
              <a:defRPr/>
            </a:lvl1pPr>
          </a:lstStyle>
          <a:p>
            <a:fld id="{BEA3CF57-A2C3-46B4-8396-F47393D7CE33}" type="slidenum">
              <a:rPr lang="en-US" altLang="en-US"/>
              <a:pPr/>
              <a:t>‹#›</a:t>
            </a:fld>
            <a:endParaRPr lang="en-US" altLang="en-US"/>
          </a:p>
        </p:txBody>
      </p:sp>
    </p:spTree>
    <p:extLst>
      <p:ext uri="{BB962C8B-B14F-4D97-AF65-F5344CB8AC3E}">
        <p14:creationId xmlns:p14="http://schemas.microsoft.com/office/powerpoint/2010/main" val="3768316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6" name="Straight Connector 15">
            <a:extLst>
              <a:ext uri="{FF2B5EF4-FFF2-40B4-BE49-F238E27FC236}">
                <a16:creationId xmlns:a16="http://schemas.microsoft.com/office/drawing/2014/main" id="{31D9A2C3-5DB4-69DF-967E-0D0174B622EE}"/>
              </a:ext>
            </a:extLst>
          </p:cNvPr>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pPr>
              <a:defRPr/>
            </a:pPr>
            <a:endParaRPr lang="en-US" altLang="en-US">
              <a:ea typeface="SimSun" pitchFamily="2" charset="-122"/>
            </a:endParaRPr>
          </a:p>
        </p:txBody>
      </p:sp>
      <p:sp>
        <p:nvSpPr>
          <p:cNvPr id="22" name="Title Placeholder 21">
            <a:extLst>
              <a:ext uri="{FF2B5EF4-FFF2-40B4-BE49-F238E27FC236}">
                <a16:creationId xmlns:a16="http://schemas.microsoft.com/office/drawing/2014/main" id="{4C750A09-99E4-DB3A-3FA9-1242D64060EF}"/>
              </a:ext>
            </a:extLst>
          </p:cNvPr>
          <p:cNvSpPr>
            <a:spLocks noGrp="1"/>
          </p:cNvSpPr>
          <p:nvPr>
            <p:ph type="title"/>
          </p:nvPr>
        </p:nvSpPr>
        <p:spPr>
          <a:xfrm>
            <a:off x="457200" y="274638"/>
            <a:ext cx="7467600" cy="1143000"/>
          </a:xfrm>
          <a:prstGeom prst="rect">
            <a:avLst/>
          </a:prstGeom>
        </p:spPr>
        <p:txBody>
          <a:bodyPr vert="horz" anchor="b">
            <a:normAutofit/>
          </a:bodyPr>
          <a:lstStyle/>
          <a:p>
            <a:r>
              <a:rPr lang="en-US" noProof="1"/>
              <a:t>Click to edit Master title style</a:t>
            </a:r>
          </a:p>
        </p:txBody>
      </p:sp>
      <p:sp>
        <p:nvSpPr>
          <p:cNvPr id="1028" name="Text Placeholder 12">
            <a:extLst>
              <a:ext uri="{FF2B5EF4-FFF2-40B4-BE49-F238E27FC236}">
                <a16:creationId xmlns:a16="http://schemas.microsoft.com/office/drawing/2014/main" id="{DAC2BEDE-5C90-8C34-4DD1-7E9601F6D152}"/>
              </a:ext>
            </a:extLst>
          </p:cNvPr>
          <p:cNvSpPr>
            <a:spLocks noGrp="1" noChangeArrowheads="1"/>
          </p:cNvSpPr>
          <p:nvPr>
            <p:ph type="body" idx="4294967295"/>
          </p:nvPr>
        </p:nvSpPr>
        <p:spPr bwMode="auto">
          <a:xfrm>
            <a:off x="457200" y="1600200"/>
            <a:ext cx="7467600" cy="487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4" name="Date Placeholder 13">
            <a:extLst>
              <a:ext uri="{FF2B5EF4-FFF2-40B4-BE49-F238E27FC236}">
                <a16:creationId xmlns:a16="http://schemas.microsoft.com/office/drawing/2014/main" id="{CE290303-72DC-53CA-45B1-F40570F2EF92}"/>
              </a:ext>
            </a:extLst>
          </p:cNvPr>
          <p:cNvSpPr>
            <a:spLocks noGrp="1"/>
          </p:cNvSpPr>
          <p:nvPr>
            <p:ph type="dt" sz="half" idx="2"/>
          </p:nvPr>
        </p:nvSpPr>
        <p:spPr>
          <a:xfrm rot="5400000">
            <a:off x="7589045" y="1081881"/>
            <a:ext cx="2011362" cy="384175"/>
          </a:xfrm>
          <a:prstGeom prst="rect">
            <a:avLst/>
          </a:prstGeom>
        </p:spPr>
        <p:txBody>
          <a:bodyPr vert="horz" wrap="square" lIns="91440" tIns="45720" rIns="91440" bIns="45720" numCol="1" anchor="ctr" anchorCtr="0" compatLnSpc="1">
            <a:prstTxWarp prst="textNoShape">
              <a:avLst/>
            </a:prstTxWarp>
          </a:bodyPr>
          <a:lstStyle>
            <a:lvl1pPr algn="r">
              <a:defRPr sz="1200">
                <a:solidFill>
                  <a:schemeClr val="tx2"/>
                </a:solidFill>
              </a:defRPr>
            </a:lvl1pPr>
          </a:lstStyle>
          <a:p>
            <a:pPr>
              <a:defRPr/>
            </a:pPr>
            <a:fld id="{1B804E2C-CDDE-4F1F-8964-B3E1BE27C92F}" type="datetime1">
              <a:rPr lang="en-US" altLang="en-US"/>
              <a:pPr>
                <a:defRPr/>
              </a:pPr>
              <a:t>4/28/2026</a:t>
            </a:fld>
            <a:endParaRPr lang="en-US" altLang="en-US"/>
          </a:p>
        </p:txBody>
      </p:sp>
      <p:sp>
        <p:nvSpPr>
          <p:cNvPr id="3" name="Footer Placeholder 2">
            <a:extLst>
              <a:ext uri="{FF2B5EF4-FFF2-40B4-BE49-F238E27FC236}">
                <a16:creationId xmlns:a16="http://schemas.microsoft.com/office/drawing/2014/main" id="{806609E5-7217-76ED-F15F-95DC3D72401F}"/>
              </a:ext>
            </a:extLst>
          </p:cNvPr>
          <p:cNvSpPr>
            <a:spLocks noGrp="1"/>
          </p:cNvSpPr>
          <p:nvPr>
            <p:ph type="ftr" sz="quarter" idx="3"/>
          </p:nvPr>
        </p:nvSpPr>
        <p:spPr>
          <a:xfrm rot="5400000">
            <a:off x="6989763" y="3736975"/>
            <a:ext cx="32004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chemeClr val="tx2"/>
                </a:solidFill>
                <a:ea typeface="SimSun" pitchFamily="2" charset="-122"/>
              </a:defRPr>
            </a:lvl1pPr>
          </a:lstStyle>
          <a:p>
            <a:pPr>
              <a:defRPr/>
            </a:pPr>
            <a:r>
              <a:rPr lang="en-US" altLang="en-US"/>
              <a:t>GP Approach to Record Deduplication                                                            Matoshri ,COE , Nashik-3</a:t>
            </a:r>
            <a:endParaRPr lang="en-US">
              <a:ea typeface="+mn-ea"/>
            </a:endParaRPr>
          </a:p>
        </p:txBody>
      </p:sp>
      <p:sp>
        <p:nvSpPr>
          <p:cNvPr id="7" name="Straight Connector 6">
            <a:extLst>
              <a:ext uri="{FF2B5EF4-FFF2-40B4-BE49-F238E27FC236}">
                <a16:creationId xmlns:a16="http://schemas.microsoft.com/office/drawing/2014/main" id="{48F49C7D-6BC5-6A1E-EAFF-2F8BDE1B9CC7}"/>
              </a:ext>
            </a:extLst>
          </p:cNvPr>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a:defRPr/>
            </a:pPr>
            <a:endParaRPr lang="en-US" altLang="en-US">
              <a:ea typeface="SimSun" pitchFamily="2" charset="-122"/>
            </a:endParaRPr>
          </a:p>
        </p:txBody>
      </p:sp>
      <p:sp>
        <p:nvSpPr>
          <p:cNvPr id="1032" name="Straight Connector 8">
            <a:extLst>
              <a:ext uri="{FF2B5EF4-FFF2-40B4-BE49-F238E27FC236}">
                <a16:creationId xmlns:a16="http://schemas.microsoft.com/office/drawing/2014/main" id="{D1748EAC-7C06-344A-EE2E-012AA5F234A0}"/>
              </a:ext>
            </a:extLst>
          </p:cNvPr>
          <p:cNvSpPr>
            <a:spLocks noChangeShapeType="1"/>
          </p:cNvSpPr>
          <p:nvPr/>
        </p:nvSpPr>
        <p:spPr bwMode="auto">
          <a:xfrm>
            <a:off x="8991600" y="0"/>
            <a:ext cx="0" cy="6858000"/>
          </a:xfrm>
          <a:prstGeom prst="line">
            <a:avLst/>
          </a:prstGeom>
          <a:noFill/>
          <a:ln w="19050" algn="ctr">
            <a:solidFill>
              <a:schemeClr val="accent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 name="Rectangle 9">
            <a:extLst>
              <a:ext uri="{FF2B5EF4-FFF2-40B4-BE49-F238E27FC236}">
                <a16:creationId xmlns:a16="http://schemas.microsoft.com/office/drawing/2014/main" id="{037DD220-65A7-421B-0512-3C522C080BB0}"/>
              </a:ext>
            </a:extLst>
          </p:cNvPr>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solidFill>
                <a:srgbClr val="FFFFFF"/>
              </a:solidFill>
              <a:cs typeface="Arial" pitchFamily="34" charset="0"/>
            </a:endParaRPr>
          </a:p>
        </p:txBody>
      </p:sp>
      <p:sp>
        <p:nvSpPr>
          <p:cNvPr id="1034" name="Straight Connector 10">
            <a:extLst>
              <a:ext uri="{FF2B5EF4-FFF2-40B4-BE49-F238E27FC236}">
                <a16:creationId xmlns:a16="http://schemas.microsoft.com/office/drawing/2014/main" id="{7D91E40C-976F-95F5-CA96-C6296DDFC408}"/>
              </a:ext>
            </a:extLst>
          </p:cNvPr>
          <p:cNvSpPr>
            <a:spLocks noChangeShapeType="1"/>
          </p:cNvSpPr>
          <p:nvPr/>
        </p:nvSpPr>
        <p:spPr bwMode="auto">
          <a:xfrm>
            <a:off x="8915400" y="0"/>
            <a:ext cx="0" cy="6858000"/>
          </a:xfrm>
          <a:prstGeom prst="line">
            <a:avLst/>
          </a:prstGeom>
          <a:noFill/>
          <a:ln w="9525" algn="ctr">
            <a:solidFill>
              <a:schemeClr val="accent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2" name="Oval 11">
            <a:extLst>
              <a:ext uri="{FF2B5EF4-FFF2-40B4-BE49-F238E27FC236}">
                <a16:creationId xmlns:a16="http://schemas.microsoft.com/office/drawing/2014/main" id="{539E9B83-A676-0B1B-B744-214B27D715B2}"/>
              </a:ext>
            </a:extLst>
          </p:cNvPr>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solidFill>
                <a:srgbClr val="FFFFFF"/>
              </a:solidFill>
              <a:cs typeface="Arial" pitchFamily="34" charset="0"/>
            </a:endParaRPr>
          </a:p>
        </p:txBody>
      </p:sp>
      <p:sp>
        <p:nvSpPr>
          <p:cNvPr id="23" name="Slide Number Placeholder 22">
            <a:extLst>
              <a:ext uri="{FF2B5EF4-FFF2-40B4-BE49-F238E27FC236}">
                <a16:creationId xmlns:a16="http://schemas.microsoft.com/office/drawing/2014/main" id="{5933324F-EAEE-8EF5-4AFE-A3D3D17F276F}"/>
              </a:ext>
            </a:extLst>
          </p:cNvPr>
          <p:cNvSpPr>
            <a:spLocks noGrp="1"/>
          </p:cNvSpPr>
          <p:nvPr>
            <p:ph type="sldNum" sz="quarter" idx="4"/>
          </p:nvPr>
        </p:nvSpPr>
        <p:spPr>
          <a:xfrm>
            <a:off x="8129588" y="5734050"/>
            <a:ext cx="609600" cy="520700"/>
          </a:xfrm>
          <a:prstGeom prst="rect">
            <a:avLst/>
          </a:prstGeom>
        </p:spPr>
        <p:txBody>
          <a:bodyPr vert="horz" wrap="square" lIns="91440" tIns="45720" rIns="91440" bIns="45720" numCol="1" anchor="ctr" anchorCtr="0" compatLnSpc="1">
            <a:prstTxWarp prst="textNoShape">
              <a:avLst/>
            </a:prstTxWarp>
          </a:bodyPr>
          <a:lstStyle>
            <a:lvl1pPr algn="ctr">
              <a:defRPr sz="1400" b="1">
                <a:solidFill>
                  <a:srgbClr val="FFFFFF"/>
                </a:solidFill>
              </a:defRPr>
            </a:lvl1pPr>
          </a:lstStyle>
          <a:p>
            <a:fld id="{0E3FD99A-F265-42AF-AA05-94D54F39711A}"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4257" r:id="rId1"/>
    <p:sldLayoutId id="2147484258" r:id="rId2"/>
    <p:sldLayoutId id="2147484259" r:id="rId3"/>
    <p:sldLayoutId id="2147484260" r:id="rId4"/>
    <p:sldLayoutId id="2147484261" r:id="rId5"/>
    <p:sldLayoutId id="2147484262" r:id="rId6"/>
    <p:sldLayoutId id="2147484263" r:id="rId7"/>
    <p:sldLayoutId id="2147484264" r:id="rId8"/>
    <p:sldLayoutId id="2147484265" r:id="rId9"/>
    <p:sldLayoutId id="2147484266" r:id="rId10"/>
    <p:sldLayoutId id="2147484267" r:id="rId11"/>
  </p:sldLayoutIdLst>
  <p:txStyles>
    <p:titleStyle>
      <a:lvl1pPr algn="l" rtl="0" eaLnBrk="0" fontAlgn="base" hangingPunct="0">
        <a:spcBef>
          <a:spcPct val="0"/>
        </a:spcBef>
        <a:spcAft>
          <a:spcPct val="0"/>
        </a:spcAft>
        <a:defRPr sz="3000" kern="1200" cap="small">
          <a:solidFill>
            <a:schemeClr val="tx2"/>
          </a:solidFill>
          <a:latin typeface="+mj-lt"/>
          <a:ea typeface="华文楷体" charset="0"/>
          <a:cs typeface="华文楷体" charset="0"/>
        </a:defRPr>
      </a:lvl1pPr>
      <a:lvl2pPr algn="l" rtl="0" eaLnBrk="0" fontAlgn="base" hangingPunct="0">
        <a:spcBef>
          <a:spcPct val="0"/>
        </a:spcBef>
        <a:spcAft>
          <a:spcPct val="0"/>
        </a:spcAft>
        <a:defRPr sz="3000">
          <a:solidFill>
            <a:schemeClr val="tx2"/>
          </a:solidFill>
          <a:latin typeface="Century Schoolbook" pitchFamily="18" charset="0"/>
          <a:ea typeface="华文楷体" charset="0"/>
          <a:cs typeface="华文楷体" charset="0"/>
        </a:defRPr>
      </a:lvl2pPr>
      <a:lvl3pPr algn="l" rtl="0" eaLnBrk="0" fontAlgn="base" hangingPunct="0">
        <a:spcBef>
          <a:spcPct val="0"/>
        </a:spcBef>
        <a:spcAft>
          <a:spcPct val="0"/>
        </a:spcAft>
        <a:defRPr sz="3000">
          <a:solidFill>
            <a:schemeClr val="tx2"/>
          </a:solidFill>
          <a:latin typeface="Century Schoolbook" pitchFamily="18" charset="0"/>
          <a:ea typeface="华文楷体" charset="0"/>
          <a:cs typeface="华文楷体" charset="0"/>
        </a:defRPr>
      </a:lvl3pPr>
      <a:lvl4pPr algn="l" rtl="0" eaLnBrk="0" fontAlgn="base" hangingPunct="0">
        <a:spcBef>
          <a:spcPct val="0"/>
        </a:spcBef>
        <a:spcAft>
          <a:spcPct val="0"/>
        </a:spcAft>
        <a:defRPr sz="3000">
          <a:solidFill>
            <a:schemeClr val="tx2"/>
          </a:solidFill>
          <a:latin typeface="Century Schoolbook" pitchFamily="18" charset="0"/>
          <a:ea typeface="华文楷体" charset="0"/>
          <a:cs typeface="华文楷体" charset="0"/>
        </a:defRPr>
      </a:lvl4pPr>
      <a:lvl5pPr algn="l" rtl="0" eaLnBrk="0" fontAlgn="base" hangingPunct="0">
        <a:spcBef>
          <a:spcPct val="0"/>
        </a:spcBef>
        <a:spcAft>
          <a:spcPct val="0"/>
        </a:spcAft>
        <a:defRPr sz="3000">
          <a:solidFill>
            <a:schemeClr val="tx2"/>
          </a:solidFill>
          <a:latin typeface="Century Schoolbook" pitchFamily="18" charset="0"/>
          <a:ea typeface="华文楷体" charset="0"/>
          <a:cs typeface="华文楷体" charset="0"/>
        </a:defRPr>
      </a:lvl5pPr>
      <a:lvl6pPr marL="457200" algn="l" rtl="0" fontAlgn="base">
        <a:spcBef>
          <a:spcPct val="0"/>
        </a:spcBef>
        <a:spcAft>
          <a:spcPct val="0"/>
        </a:spcAft>
        <a:defRPr sz="3000">
          <a:solidFill>
            <a:schemeClr val="tx2"/>
          </a:solidFill>
          <a:latin typeface="Century Schoolbook" pitchFamily="18" charset="0"/>
        </a:defRPr>
      </a:lvl6pPr>
      <a:lvl7pPr marL="914400" algn="l" rtl="0" fontAlgn="base">
        <a:spcBef>
          <a:spcPct val="0"/>
        </a:spcBef>
        <a:spcAft>
          <a:spcPct val="0"/>
        </a:spcAft>
        <a:defRPr sz="3000">
          <a:solidFill>
            <a:schemeClr val="tx2"/>
          </a:solidFill>
          <a:latin typeface="Century Schoolbook" pitchFamily="18" charset="0"/>
        </a:defRPr>
      </a:lvl7pPr>
      <a:lvl8pPr marL="1371600" algn="l" rtl="0" fontAlgn="base">
        <a:spcBef>
          <a:spcPct val="0"/>
        </a:spcBef>
        <a:spcAft>
          <a:spcPct val="0"/>
        </a:spcAft>
        <a:defRPr sz="3000">
          <a:solidFill>
            <a:schemeClr val="tx2"/>
          </a:solidFill>
          <a:latin typeface="Century Schoolbook" pitchFamily="18" charset="0"/>
        </a:defRPr>
      </a:lvl8pPr>
      <a:lvl9pPr marL="1828800" algn="l" rtl="0" fontAlgn="base">
        <a:spcBef>
          <a:spcPct val="0"/>
        </a:spcBef>
        <a:spcAft>
          <a:spcPct val="0"/>
        </a:spcAft>
        <a:defRPr sz="3000">
          <a:solidFill>
            <a:schemeClr val="tx2"/>
          </a:solidFill>
          <a:latin typeface="Century Schoolbook" pitchFamily="18" charset="0"/>
        </a:defRPr>
      </a:lvl9pPr>
    </p:titleStyle>
    <p:bodyStyle>
      <a:lvl1pPr marL="273050" indent="-273050" algn="l" rtl="0" eaLnBrk="0" fontAlgn="base" hangingPunct="0">
        <a:spcBef>
          <a:spcPts val="600"/>
        </a:spcBef>
        <a:spcAft>
          <a:spcPct val="0"/>
        </a:spcAft>
        <a:buClr>
          <a:schemeClr val="accent1"/>
        </a:buClr>
        <a:buSzPct val="70000"/>
        <a:buFont typeface="Wingdings" panose="05000000000000000000" pitchFamily="2" charset="2"/>
        <a:buChar char=""/>
        <a:defRPr sz="2400" kern="1200">
          <a:solidFill>
            <a:schemeClr val="tx1"/>
          </a:solidFill>
          <a:latin typeface="+mn-lt"/>
          <a:ea typeface="SimSun" pitchFamily="2" charset="-122"/>
          <a:cs typeface="+mn-cs"/>
        </a:defRPr>
      </a:lvl1pPr>
      <a:lvl2pPr marL="639763" indent="-273050"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SimSun" pitchFamily="2" charset="-122"/>
          <a:cs typeface="+mn-cs"/>
        </a:defRPr>
      </a:lvl2pPr>
      <a:lvl3pPr marL="914400" indent="-182563" algn="l" rtl="0" eaLnBrk="0" fontAlgn="base" hangingPunct="0">
        <a:spcBef>
          <a:spcPct val="20000"/>
        </a:spcBef>
        <a:spcAft>
          <a:spcPct val="0"/>
        </a:spcAft>
        <a:buClr>
          <a:srgbClr val="E0752F"/>
        </a:buClr>
        <a:buSzPct val="60000"/>
        <a:buFont typeface="Wingdings" panose="05000000000000000000" pitchFamily="2" charset="2"/>
        <a:buChar char=""/>
        <a:defRPr sz="2100" kern="1200">
          <a:solidFill>
            <a:schemeClr val="tx1"/>
          </a:solidFill>
          <a:latin typeface="+mn-lt"/>
          <a:ea typeface="SimSun" pitchFamily="2" charset="-122"/>
          <a:cs typeface="+mn-cs"/>
        </a:defRPr>
      </a:lvl3pPr>
      <a:lvl4pPr marL="1187450" indent="-182563" algn="l" rtl="0" eaLnBrk="0" fontAlgn="base" hangingPunct="0">
        <a:spcBef>
          <a:spcPct val="20000"/>
        </a:spcBef>
        <a:spcAft>
          <a:spcPct val="0"/>
        </a:spcAft>
        <a:buClr>
          <a:srgbClr val="FEC3AE"/>
        </a:buClr>
        <a:buSzPct val="60000"/>
        <a:buFont typeface="Wingdings" panose="05000000000000000000" pitchFamily="2" charset="2"/>
        <a:buChar char=""/>
        <a:defRPr sz="2100" kern="1200">
          <a:solidFill>
            <a:schemeClr val="tx1"/>
          </a:solidFill>
          <a:latin typeface="+mn-lt"/>
          <a:ea typeface="SimSun" pitchFamily="2" charset="-122"/>
          <a:cs typeface="+mn-cs"/>
        </a:defRPr>
      </a:lvl4pPr>
      <a:lvl5pPr marL="1462088" indent="-182563"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SimSun" pitchFamily="2" charset="-122"/>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panose="05000000000000000000" charset="2"/>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6" name="Straight Connector 15">
            <a:extLst>
              <a:ext uri="{FF2B5EF4-FFF2-40B4-BE49-F238E27FC236}">
                <a16:creationId xmlns:a16="http://schemas.microsoft.com/office/drawing/2014/main" id="{135A0E9D-CC50-2ED8-3875-C9B15A3FFEA9}"/>
              </a:ext>
            </a:extLst>
          </p:cNvPr>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pPr>
              <a:defRPr/>
            </a:pPr>
            <a:endParaRPr lang="en-US" altLang="en-US">
              <a:ea typeface="SimSun" pitchFamily="2" charset="-122"/>
            </a:endParaRPr>
          </a:p>
        </p:txBody>
      </p:sp>
      <p:sp>
        <p:nvSpPr>
          <p:cNvPr id="22" name="Title Placeholder 21">
            <a:extLst>
              <a:ext uri="{FF2B5EF4-FFF2-40B4-BE49-F238E27FC236}">
                <a16:creationId xmlns:a16="http://schemas.microsoft.com/office/drawing/2014/main" id="{202F7F80-5DD9-5434-3D33-1DF0FA724465}"/>
              </a:ext>
            </a:extLst>
          </p:cNvPr>
          <p:cNvSpPr>
            <a:spLocks noGrp="1"/>
          </p:cNvSpPr>
          <p:nvPr>
            <p:ph type="title"/>
          </p:nvPr>
        </p:nvSpPr>
        <p:spPr>
          <a:xfrm>
            <a:off x="457200" y="274638"/>
            <a:ext cx="7467600" cy="1143000"/>
          </a:xfrm>
          <a:prstGeom prst="rect">
            <a:avLst/>
          </a:prstGeom>
        </p:spPr>
        <p:txBody>
          <a:bodyPr vert="horz" anchor="b">
            <a:normAutofit/>
          </a:bodyPr>
          <a:lstStyle/>
          <a:p>
            <a:r>
              <a:rPr lang="en-US" noProof="1"/>
              <a:t>Click to edit Master title style</a:t>
            </a:r>
          </a:p>
        </p:txBody>
      </p:sp>
      <p:sp>
        <p:nvSpPr>
          <p:cNvPr id="2052" name="Text Placeholder 12">
            <a:extLst>
              <a:ext uri="{FF2B5EF4-FFF2-40B4-BE49-F238E27FC236}">
                <a16:creationId xmlns:a16="http://schemas.microsoft.com/office/drawing/2014/main" id="{5566FAAB-3FCB-34E1-DF07-565BC16FCBA8}"/>
              </a:ext>
            </a:extLst>
          </p:cNvPr>
          <p:cNvSpPr>
            <a:spLocks noGrp="1" noChangeArrowheads="1"/>
          </p:cNvSpPr>
          <p:nvPr>
            <p:ph type="body" idx="4294967295"/>
          </p:nvPr>
        </p:nvSpPr>
        <p:spPr bwMode="auto">
          <a:xfrm>
            <a:off x="457200" y="1600200"/>
            <a:ext cx="7467600" cy="487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4" name="Date Placeholder 13">
            <a:extLst>
              <a:ext uri="{FF2B5EF4-FFF2-40B4-BE49-F238E27FC236}">
                <a16:creationId xmlns:a16="http://schemas.microsoft.com/office/drawing/2014/main" id="{BD003E12-C99C-C004-32B5-40CC671748EE}"/>
              </a:ext>
            </a:extLst>
          </p:cNvPr>
          <p:cNvSpPr>
            <a:spLocks noGrp="1"/>
          </p:cNvSpPr>
          <p:nvPr>
            <p:ph type="dt" sz="half" idx="2"/>
          </p:nvPr>
        </p:nvSpPr>
        <p:spPr>
          <a:xfrm rot="5400000">
            <a:off x="7589045" y="1081881"/>
            <a:ext cx="2011362" cy="384175"/>
          </a:xfrm>
          <a:prstGeom prst="rect">
            <a:avLst/>
          </a:prstGeom>
        </p:spPr>
        <p:txBody>
          <a:bodyPr vert="horz" wrap="square" lIns="91440" tIns="45720" rIns="91440" bIns="45720" numCol="1" anchor="ctr" anchorCtr="0" compatLnSpc="1">
            <a:prstTxWarp prst="textNoShape">
              <a:avLst/>
            </a:prstTxWarp>
          </a:bodyPr>
          <a:lstStyle>
            <a:lvl1pPr algn="r">
              <a:defRPr sz="1200">
                <a:solidFill>
                  <a:schemeClr val="tx2"/>
                </a:solidFill>
                <a:ea typeface="SimSun" pitchFamily="2" charset="-122"/>
              </a:defRPr>
            </a:lvl1pPr>
          </a:lstStyle>
          <a:p>
            <a:pPr>
              <a:defRPr/>
            </a:pPr>
            <a:fld id="{A08D3CCC-AE35-43E8-A744-BF79F6E47279}" type="datetime1">
              <a:rPr lang="en-US" altLang="en-US"/>
              <a:pPr>
                <a:defRPr/>
              </a:pPr>
              <a:t>4/28/2026</a:t>
            </a:fld>
            <a:endParaRPr lang="en-US" altLang="en-US"/>
          </a:p>
        </p:txBody>
      </p:sp>
      <p:sp>
        <p:nvSpPr>
          <p:cNvPr id="3" name="Footer Placeholder 2">
            <a:extLst>
              <a:ext uri="{FF2B5EF4-FFF2-40B4-BE49-F238E27FC236}">
                <a16:creationId xmlns:a16="http://schemas.microsoft.com/office/drawing/2014/main" id="{9FFA44DD-C635-3C3F-EDAB-42BFA1B9CC1E}"/>
              </a:ext>
            </a:extLst>
          </p:cNvPr>
          <p:cNvSpPr>
            <a:spLocks noGrp="1"/>
          </p:cNvSpPr>
          <p:nvPr>
            <p:ph type="ftr" sz="quarter" idx="3"/>
          </p:nvPr>
        </p:nvSpPr>
        <p:spPr>
          <a:xfrm rot="5400000">
            <a:off x="6989763" y="3736975"/>
            <a:ext cx="32004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chemeClr val="tx2"/>
                </a:solidFill>
                <a:ea typeface="SimSun" pitchFamily="2" charset="-122"/>
              </a:defRPr>
            </a:lvl1pPr>
          </a:lstStyle>
          <a:p>
            <a:pPr>
              <a:defRPr/>
            </a:pPr>
            <a:r>
              <a:rPr lang="en-US" altLang="en-US"/>
              <a:t>GP Approach to Record Deduplication                                                            Matoshri ,COE , Nashik-3</a:t>
            </a:r>
            <a:endParaRPr lang="en-US"/>
          </a:p>
        </p:txBody>
      </p:sp>
      <p:sp>
        <p:nvSpPr>
          <p:cNvPr id="7" name="Straight Connector 6">
            <a:extLst>
              <a:ext uri="{FF2B5EF4-FFF2-40B4-BE49-F238E27FC236}">
                <a16:creationId xmlns:a16="http://schemas.microsoft.com/office/drawing/2014/main" id="{A65A5893-4A66-6BE4-5C91-0EB0C9B61ACB}"/>
              </a:ext>
            </a:extLst>
          </p:cNvPr>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a:defRPr/>
            </a:pPr>
            <a:endParaRPr lang="en-US" altLang="en-US">
              <a:ea typeface="SimSun" pitchFamily="2" charset="-122"/>
            </a:endParaRPr>
          </a:p>
        </p:txBody>
      </p:sp>
      <p:sp>
        <p:nvSpPr>
          <p:cNvPr id="2056" name="Straight Connector 8">
            <a:extLst>
              <a:ext uri="{FF2B5EF4-FFF2-40B4-BE49-F238E27FC236}">
                <a16:creationId xmlns:a16="http://schemas.microsoft.com/office/drawing/2014/main" id="{623348AA-F205-4D75-78C1-E473B03F0041}"/>
              </a:ext>
            </a:extLst>
          </p:cNvPr>
          <p:cNvSpPr>
            <a:spLocks noChangeShapeType="1"/>
          </p:cNvSpPr>
          <p:nvPr/>
        </p:nvSpPr>
        <p:spPr bwMode="auto">
          <a:xfrm>
            <a:off x="8991600" y="0"/>
            <a:ext cx="0" cy="6858000"/>
          </a:xfrm>
          <a:prstGeom prst="line">
            <a:avLst/>
          </a:prstGeom>
          <a:noFill/>
          <a:ln w="19050" algn="ctr">
            <a:solidFill>
              <a:schemeClr val="accent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 name="Rectangle 9">
            <a:extLst>
              <a:ext uri="{FF2B5EF4-FFF2-40B4-BE49-F238E27FC236}">
                <a16:creationId xmlns:a16="http://schemas.microsoft.com/office/drawing/2014/main" id="{BB269F6E-665F-4C6E-0580-FB327BD06C64}"/>
              </a:ext>
            </a:extLst>
          </p:cNvPr>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solidFill>
                <a:srgbClr val="FFFFFF"/>
              </a:solidFill>
              <a:ea typeface="SimSun" pitchFamily="2" charset="-122"/>
              <a:cs typeface="Arial" pitchFamily="34" charset="0"/>
            </a:endParaRPr>
          </a:p>
        </p:txBody>
      </p:sp>
      <p:sp>
        <p:nvSpPr>
          <p:cNvPr id="2058" name="Straight Connector 10">
            <a:extLst>
              <a:ext uri="{FF2B5EF4-FFF2-40B4-BE49-F238E27FC236}">
                <a16:creationId xmlns:a16="http://schemas.microsoft.com/office/drawing/2014/main" id="{AAAB2E0A-0DF3-ADE2-29F2-7C95BD099F8B}"/>
              </a:ext>
            </a:extLst>
          </p:cNvPr>
          <p:cNvSpPr>
            <a:spLocks noChangeShapeType="1"/>
          </p:cNvSpPr>
          <p:nvPr/>
        </p:nvSpPr>
        <p:spPr bwMode="auto">
          <a:xfrm>
            <a:off x="8915400" y="0"/>
            <a:ext cx="0" cy="6858000"/>
          </a:xfrm>
          <a:prstGeom prst="line">
            <a:avLst/>
          </a:prstGeom>
          <a:noFill/>
          <a:ln w="9525" algn="ctr">
            <a:solidFill>
              <a:schemeClr val="accent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2" name="Oval 11">
            <a:extLst>
              <a:ext uri="{FF2B5EF4-FFF2-40B4-BE49-F238E27FC236}">
                <a16:creationId xmlns:a16="http://schemas.microsoft.com/office/drawing/2014/main" id="{6E19489B-65BA-6BF2-786F-BAF0940DEEF9}"/>
              </a:ext>
            </a:extLst>
          </p:cNvPr>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solidFill>
                <a:srgbClr val="FFFFFF"/>
              </a:solidFill>
              <a:ea typeface="SimSun" pitchFamily="2" charset="-122"/>
              <a:cs typeface="Arial" pitchFamily="34" charset="0"/>
            </a:endParaRPr>
          </a:p>
        </p:txBody>
      </p:sp>
      <p:sp>
        <p:nvSpPr>
          <p:cNvPr id="23" name="Slide Number Placeholder 22">
            <a:extLst>
              <a:ext uri="{FF2B5EF4-FFF2-40B4-BE49-F238E27FC236}">
                <a16:creationId xmlns:a16="http://schemas.microsoft.com/office/drawing/2014/main" id="{3D972F2C-FAA8-5DCA-8F8A-B418142CF347}"/>
              </a:ext>
            </a:extLst>
          </p:cNvPr>
          <p:cNvSpPr>
            <a:spLocks noGrp="1"/>
          </p:cNvSpPr>
          <p:nvPr>
            <p:ph type="sldNum" sz="quarter" idx="4"/>
          </p:nvPr>
        </p:nvSpPr>
        <p:spPr>
          <a:xfrm>
            <a:off x="8129588" y="5734050"/>
            <a:ext cx="609600" cy="520700"/>
          </a:xfrm>
          <a:prstGeom prst="rect">
            <a:avLst/>
          </a:prstGeom>
        </p:spPr>
        <p:txBody>
          <a:bodyPr vert="horz" wrap="square" lIns="91440" tIns="45720" rIns="91440" bIns="45720" numCol="1" anchor="ctr" anchorCtr="0" compatLnSpc="1">
            <a:prstTxWarp prst="textNoShape">
              <a:avLst/>
            </a:prstTxWarp>
          </a:bodyPr>
          <a:lstStyle>
            <a:lvl1pPr algn="ctr">
              <a:defRPr sz="1400" b="1">
                <a:solidFill>
                  <a:srgbClr val="FFFFFF"/>
                </a:solidFill>
                <a:ea typeface="SimSun" panose="02010600030101010101" pitchFamily="2" charset="-122"/>
              </a:defRPr>
            </a:lvl1pPr>
          </a:lstStyle>
          <a:p>
            <a:fld id="{93EAB080-34DF-4B99-8BC0-B9A8ED40FDA1}"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4268" r:id="rId1"/>
    <p:sldLayoutId id="2147484250" r:id="rId2"/>
    <p:sldLayoutId id="2147484269" r:id="rId3"/>
    <p:sldLayoutId id="2147484251" r:id="rId4"/>
    <p:sldLayoutId id="2147484252" r:id="rId5"/>
    <p:sldLayoutId id="2147484253" r:id="rId6"/>
    <p:sldLayoutId id="2147484254" r:id="rId7"/>
    <p:sldLayoutId id="2147484270" r:id="rId8"/>
    <p:sldLayoutId id="2147484271" r:id="rId9"/>
    <p:sldLayoutId id="2147484255" r:id="rId10"/>
    <p:sldLayoutId id="2147484256" r:id="rId11"/>
  </p:sldLayoutIdLst>
  <p:txStyles>
    <p:titleStyle>
      <a:lvl1pPr algn="l" rtl="0" eaLnBrk="0" fontAlgn="base" hangingPunct="0">
        <a:spcBef>
          <a:spcPct val="0"/>
        </a:spcBef>
        <a:spcAft>
          <a:spcPct val="0"/>
        </a:spcAft>
        <a:defRPr sz="3000" kern="1200" cap="small">
          <a:solidFill>
            <a:schemeClr val="tx2"/>
          </a:solidFill>
          <a:latin typeface="+mj-lt"/>
          <a:ea typeface="华文楷体" charset="0"/>
          <a:cs typeface="华文楷体" charset="0"/>
        </a:defRPr>
      </a:lvl1pPr>
      <a:lvl2pPr algn="l" rtl="0" eaLnBrk="0" fontAlgn="base" hangingPunct="0">
        <a:spcBef>
          <a:spcPct val="0"/>
        </a:spcBef>
        <a:spcAft>
          <a:spcPct val="0"/>
        </a:spcAft>
        <a:defRPr sz="3000">
          <a:solidFill>
            <a:schemeClr val="tx2"/>
          </a:solidFill>
          <a:latin typeface="Century Schoolbook" pitchFamily="18" charset="0"/>
          <a:ea typeface="华文楷体" charset="0"/>
          <a:cs typeface="华文楷体" charset="0"/>
        </a:defRPr>
      </a:lvl2pPr>
      <a:lvl3pPr algn="l" rtl="0" eaLnBrk="0" fontAlgn="base" hangingPunct="0">
        <a:spcBef>
          <a:spcPct val="0"/>
        </a:spcBef>
        <a:spcAft>
          <a:spcPct val="0"/>
        </a:spcAft>
        <a:defRPr sz="3000">
          <a:solidFill>
            <a:schemeClr val="tx2"/>
          </a:solidFill>
          <a:latin typeface="Century Schoolbook" pitchFamily="18" charset="0"/>
          <a:ea typeface="华文楷体" charset="0"/>
          <a:cs typeface="华文楷体" charset="0"/>
        </a:defRPr>
      </a:lvl3pPr>
      <a:lvl4pPr algn="l" rtl="0" eaLnBrk="0" fontAlgn="base" hangingPunct="0">
        <a:spcBef>
          <a:spcPct val="0"/>
        </a:spcBef>
        <a:spcAft>
          <a:spcPct val="0"/>
        </a:spcAft>
        <a:defRPr sz="3000">
          <a:solidFill>
            <a:schemeClr val="tx2"/>
          </a:solidFill>
          <a:latin typeface="Century Schoolbook" pitchFamily="18" charset="0"/>
          <a:ea typeface="华文楷体" charset="0"/>
          <a:cs typeface="华文楷体" charset="0"/>
        </a:defRPr>
      </a:lvl4pPr>
      <a:lvl5pPr algn="l" rtl="0" eaLnBrk="0" fontAlgn="base" hangingPunct="0">
        <a:spcBef>
          <a:spcPct val="0"/>
        </a:spcBef>
        <a:spcAft>
          <a:spcPct val="0"/>
        </a:spcAft>
        <a:defRPr sz="3000">
          <a:solidFill>
            <a:schemeClr val="tx2"/>
          </a:solidFill>
          <a:latin typeface="Century Schoolbook" pitchFamily="18" charset="0"/>
          <a:ea typeface="华文楷体" charset="0"/>
          <a:cs typeface="华文楷体" charset="0"/>
        </a:defRPr>
      </a:lvl5pPr>
      <a:lvl6pPr marL="457200" algn="l" rtl="0" fontAlgn="base">
        <a:spcBef>
          <a:spcPct val="0"/>
        </a:spcBef>
        <a:spcAft>
          <a:spcPct val="0"/>
        </a:spcAft>
        <a:defRPr sz="3000">
          <a:solidFill>
            <a:schemeClr val="tx2"/>
          </a:solidFill>
          <a:latin typeface="Century Schoolbook" pitchFamily="18" charset="0"/>
        </a:defRPr>
      </a:lvl6pPr>
      <a:lvl7pPr marL="914400" algn="l" rtl="0" fontAlgn="base">
        <a:spcBef>
          <a:spcPct val="0"/>
        </a:spcBef>
        <a:spcAft>
          <a:spcPct val="0"/>
        </a:spcAft>
        <a:defRPr sz="3000">
          <a:solidFill>
            <a:schemeClr val="tx2"/>
          </a:solidFill>
          <a:latin typeface="Century Schoolbook" pitchFamily="18" charset="0"/>
        </a:defRPr>
      </a:lvl7pPr>
      <a:lvl8pPr marL="1371600" algn="l" rtl="0" fontAlgn="base">
        <a:spcBef>
          <a:spcPct val="0"/>
        </a:spcBef>
        <a:spcAft>
          <a:spcPct val="0"/>
        </a:spcAft>
        <a:defRPr sz="3000">
          <a:solidFill>
            <a:schemeClr val="tx2"/>
          </a:solidFill>
          <a:latin typeface="Century Schoolbook" pitchFamily="18" charset="0"/>
        </a:defRPr>
      </a:lvl8pPr>
      <a:lvl9pPr marL="1828800" algn="l" rtl="0" fontAlgn="base">
        <a:spcBef>
          <a:spcPct val="0"/>
        </a:spcBef>
        <a:spcAft>
          <a:spcPct val="0"/>
        </a:spcAft>
        <a:defRPr sz="3000">
          <a:solidFill>
            <a:schemeClr val="tx2"/>
          </a:solidFill>
          <a:latin typeface="Century Schoolbook" pitchFamily="18" charset="0"/>
        </a:defRPr>
      </a:lvl9pPr>
    </p:titleStyle>
    <p:bodyStyle>
      <a:lvl1pPr marL="273050" indent="-273050" algn="l" rtl="0" eaLnBrk="0" fontAlgn="base" hangingPunct="0">
        <a:spcBef>
          <a:spcPts val="600"/>
        </a:spcBef>
        <a:spcAft>
          <a:spcPct val="0"/>
        </a:spcAft>
        <a:buClr>
          <a:schemeClr val="accent1"/>
        </a:buClr>
        <a:buSzPct val="70000"/>
        <a:buFont typeface="Wingdings" panose="05000000000000000000" pitchFamily="2" charset="2"/>
        <a:buChar char=""/>
        <a:defRPr sz="2400" kern="1200">
          <a:solidFill>
            <a:schemeClr val="tx1"/>
          </a:solidFill>
          <a:latin typeface="+mn-lt"/>
          <a:ea typeface="SimSun" pitchFamily="2" charset="-122"/>
          <a:cs typeface="+mn-cs"/>
        </a:defRPr>
      </a:lvl1pPr>
      <a:lvl2pPr marL="639763" indent="-273050"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SimSun" pitchFamily="2" charset="-122"/>
          <a:cs typeface="+mn-cs"/>
        </a:defRPr>
      </a:lvl2pPr>
      <a:lvl3pPr marL="914400" indent="-182563" algn="l" rtl="0" eaLnBrk="0" fontAlgn="base" hangingPunct="0">
        <a:spcBef>
          <a:spcPct val="20000"/>
        </a:spcBef>
        <a:spcAft>
          <a:spcPct val="0"/>
        </a:spcAft>
        <a:buClr>
          <a:srgbClr val="E0752F"/>
        </a:buClr>
        <a:buSzPct val="60000"/>
        <a:buFont typeface="Wingdings" panose="05000000000000000000" pitchFamily="2" charset="2"/>
        <a:buChar char=""/>
        <a:defRPr sz="2100" kern="1200">
          <a:solidFill>
            <a:schemeClr val="tx1"/>
          </a:solidFill>
          <a:latin typeface="+mn-lt"/>
          <a:ea typeface="SimSun" pitchFamily="2" charset="-122"/>
          <a:cs typeface="+mn-cs"/>
        </a:defRPr>
      </a:lvl3pPr>
      <a:lvl4pPr marL="1187450" indent="-182563" algn="l" rtl="0" eaLnBrk="0" fontAlgn="base" hangingPunct="0">
        <a:spcBef>
          <a:spcPct val="20000"/>
        </a:spcBef>
        <a:spcAft>
          <a:spcPct val="0"/>
        </a:spcAft>
        <a:buClr>
          <a:srgbClr val="FEC3AE"/>
        </a:buClr>
        <a:buSzPct val="60000"/>
        <a:buFont typeface="Wingdings" panose="05000000000000000000" pitchFamily="2" charset="2"/>
        <a:buChar char=""/>
        <a:defRPr sz="2100" kern="1200">
          <a:solidFill>
            <a:schemeClr val="tx1"/>
          </a:solidFill>
          <a:latin typeface="+mn-lt"/>
          <a:ea typeface="SimSun" pitchFamily="2" charset="-122"/>
          <a:cs typeface="+mn-cs"/>
        </a:defRPr>
      </a:lvl4pPr>
      <a:lvl5pPr marL="1462088" indent="-182563"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SimSun" pitchFamily="2" charset="-122"/>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panose="05000000000000000000" charset="2"/>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ieeexplore.ieee.org/document/8339115%20https:/ieeexplore.ieee.org/document/8418576%20https:/www.iosrjournals.org/iosr-jce/papers/Vol27-issue4/Ser-1/A2704010109.pdf%20https:/ijarcce.com/wp-content/uploads/2024/12/IJARCCE.2024.131128.pdf%20https:/ietresearch.onlinelibrary.wiley.com/doi/full/10.1049/smc2.12084%20https:/mcn.cse.psu.edu/paper/guan-chongqi/wisec23-chongqi.pdf"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BF37F-9684-034E-A11F-DFF1E4E72361}"/>
              </a:ext>
            </a:extLst>
          </p:cNvPr>
          <p:cNvSpPr>
            <a:spLocks noGrp="1"/>
          </p:cNvSpPr>
          <p:nvPr>
            <p:ph type="ctrTitle"/>
          </p:nvPr>
        </p:nvSpPr>
        <p:spPr>
          <a:xfrm>
            <a:off x="1752674" y="1093489"/>
            <a:ext cx="7543800" cy="838200"/>
          </a:xfrm>
        </p:spPr>
        <p:txBody>
          <a:bodyPr>
            <a:noAutofit/>
          </a:bodyPr>
          <a:lstStyle/>
          <a:p>
            <a:pPr algn="ctr" eaLnBrk="1" fontAlgn="auto" hangingPunct="1">
              <a:spcAft>
                <a:spcPts val="0"/>
              </a:spcAft>
              <a:defRPr/>
            </a:pPr>
            <a:r>
              <a:rPr lang="en-US" sz="2800" dirty="0">
                <a:solidFill>
                  <a:schemeClr val="tx1">
                    <a:lumMod val="95000"/>
                    <a:lumOff val="5000"/>
                  </a:schemeClr>
                </a:solidFill>
                <a:latin typeface="Microsoft Sans Serif" panose="020B0604020202020204" pitchFamily="34" charset="0"/>
                <a:ea typeface="Microsoft Sans Serif" panose="020B0604020202020204" pitchFamily="34" charset="0"/>
                <a:cs typeface="Microsoft Sans Serif" panose="020B0604020202020204" pitchFamily="34" charset="0"/>
                <a:sym typeface="Lilita One"/>
              </a:rPr>
              <a:t>Smart Accident Detection And Alert System Using </a:t>
            </a:r>
            <a:r>
              <a:rPr lang="en-US" sz="2800" dirty="0" err="1">
                <a:solidFill>
                  <a:schemeClr val="tx1">
                    <a:lumMod val="95000"/>
                    <a:lumOff val="5000"/>
                  </a:schemeClr>
                </a:solidFill>
                <a:latin typeface="Microsoft Sans Serif" panose="020B0604020202020204" pitchFamily="34" charset="0"/>
                <a:ea typeface="Microsoft Sans Serif" panose="020B0604020202020204" pitchFamily="34" charset="0"/>
                <a:cs typeface="Microsoft Sans Serif" panose="020B0604020202020204" pitchFamily="34" charset="0"/>
                <a:sym typeface="Lilita One"/>
              </a:rPr>
              <a:t>Iot</a:t>
            </a:r>
            <a:r>
              <a:rPr lang="en-US" sz="2800" dirty="0">
                <a:solidFill>
                  <a:schemeClr val="tx1">
                    <a:lumMod val="95000"/>
                    <a:lumOff val="5000"/>
                  </a:schemeClr>
                </a:solidFill>
                <a:latin typeface="Microsoft Sans Serif" panose="020B0604020202020204" pitchFamily="34" charset="0"/>
                <a:ea typeface="Microsoft Sans Serif" panose="020B0604020202020204" pitchFamily="34" charset="0"/>
                <a:cs typeface="Microsoft Sans Serif" panose="020B0604020202020204" pitchFamily="34" charset="0"/>
                <a:sym typeface="Lilita One"/>
              </a:rPr>
              <a:t>.</a:t>
            </a:r>
            <a:br>
              <a:rPr lang="en-US" sz="2800" dirty="0">
                <a:solidFill>
                  <a:schemeClr val="tx1">
                    <a:lumMod val="95000"/>
                    <a:lumOff val="5000"/>
                  </a:schemeClr>
                </a:solidFill>
                <a:latin typeface="Microsoft Sans Serif" panose="020B0604020202020204" pitchFamily="34" charset="0"/>
                <a:ea typeface="Microsoft Sans Serif" panose="020B0604020202020204" pitchFamily="34" charset="0"/>
                <a:cs typeface="Microsoft Sans Serif" panose="020B0604020202020204" pitchFamily="34" charset="0"/>
                <a:sym typeface="Lilita One"/>
              </a:rPr>
            </a:br>
            <a:endParaRPr lang="x-none" altLang="en-US" sz="2800" dirty="0">
              <a:solidFill>
                <a:srgbClr val="C00000"/>
              </a:solidFill>
              <a:ea typeface="+mj-ea"/>
              <a:cs typeface="+mj-cs"/>
            </a:endParaRPr>
          </a:p>
        </p:txBody>
      </p:sp>
      <p:sp>
        <p:nvSpPr>
          <p:cNvPr id="18435" name="Subtitle 2">
            <a:extLst>
              <a:ext uri="{FF2B5EF4-FFF2-40B4-BE49-F238E27FC236}">
                <a16:creationId xmlns:a16="http://schemas.microsoft.com/office/drawing/2014/main" id="{3720304F-77D2-417F-4AA6-2B2D6B0FC63A}"/>
              </a:ext>
            </a:extLst>
          </p:cNvPr>
          <p:cNvSpPr>
            <a:spLocks noGrp="1" noChangeArrowheads="1"/>
          </p:cNvSpPr>
          <p:nvPr>
            <p:ph type="subTitle" idx="1"/>
          </p:nvPr>
        </p:nvSpPr>
        <p:spPr>
          <a:xfrm>
            <a:off x="2819446" y="1933988"/>
            <a:ext cx="4571880" cy="2911437"/>
          </a:xfrm>
          <a:ln>
            <a:solidFill>
              <a:schemeClr val="bg1"/>
            </a:solidFill>
          </a:ln>
        </p:spPr>
        <p:style>
          <a:lnRef idx="2">
            <a:schemeClr val="accent2"/>
          </a:lnRef>
          <a:fillRef idx="1">
            <a:schemeClr val="lt1"/>
          </a:fillRef>
          <a:effectRef idx="0">
            <a:schemeClr val="accent2"/>
          </a:effectRef>
          <a:fontRef idx="minor">
            <a:schemeClr val="dk1"/>
          </a:fontRef>
        </p:style>
        <p:txBody>
          <a:bodyPr/>
          <a:lstStyle/>
          <a:p>
            <a:pPr eaLnBrk="1" hangingPunct="1"/>
            <a:r>
              <a:rPr lang="en-US" altLang="en-US" sz="1600" dirty="0">
                <a:solidFill>
                  <a:schemeClr val="tx1"/>
                </a:solidFill>
              </a:rPr>
              <a:t>Presented by </a:t>
            </a:r>
          </a:p>
          <a:p>
            <a:pPr>
              <a:lnSpc>
                <a:spcPts val="3171"/>
              </a:lnSpc>
            </a:pPr>
            <a:r>
              <a:rPr lang="en-US" sz="1400" dirty="0">
                <a:solidFill>
                  <a:schemeClr val="tx1"/>
                </a:solidFill>
                <a:latin typeface="+mj-lt"/>
                <a:ea typeface="Work Sans Bold"/>
                <a:cs typeface="Work Sans Bold"/>
                <a:sym typeface="Work Sans Bold"/>
              </a:rPr>
              <a:t>            </a:t>
            </a:r>
            <a:r>
              <a:rPr lang="en-US" sz="1400" dirty="0">
                <a:solidFill>
                  <a:srgbClr val="002060"/>
                </a:solidFill>
                <a:latin typeface="+mj-lt"/>
                <a:ea typeface="Work Sans Bold"/>
                <a:cs typeface="Work Sans Bold"/>
                <a:sym typeface="Work Sans Bold"/>
              </a:rPr>
              <a:t>1. Shekhar   </a:t>
            </a:r>
            <a:r>
              <a:rPr lang="en-IN" sz="1400" dirty="0">
                <a:solidFill>
                  <a:srgbClr val="002060"/>
                </a:solidFill>
                <a:latin typeface="+mj-lt"/>
                <a:ea typeface="Work Sans Bold"/>
                <a:cs typeface="Work Sans Bold"/>
                <a:sym typeface="Work Sans Bold"/>
              </a:rPr>
              <a:t>Jadhav.</a:t>
            </a:r>
          </a:p>
          <a:p>
            <a:pPr>
              <a:lnSpc>
                <a:spcPts val="3171"/>
              </a:lnSpc>
            </a:pPr>
            <a:r>
              <a:rPr lang="en-IN" sz="1400" dirty="0">
                <a:solidFill>
                  <a:srgbClr val="002060"/>
                </a:solidFill>
                <a:latin typeface="+mj-lt"/>
                <a:ea typeface="Work Sans Bold"/>
                <a:cs typeface="Work Sans Bold"/>
                <a:sym typeface="Work Sans Bold"/>
              </a:rPr>
              <a:t>            2. Siddhartha Lolge.</a:t>
            </a:r>
          </a:p>
          <a:p>
            <a:pPr>
              <a:lnSpc>
                <a:spcPts val="3171"/>
              </a:lnSpc>
            </a:pPr>
            <a:r>
              <a:rPr lang="en-IN" sz="1400" dirty="0">
                <a:solidFill>
                  <a:srgbClr val="002060"/>
                </a:solidFill>
                <a:latin typeface="+mj-lt"/>
                <a:ea typeface="Work Sans Bold"/>
                <a:cs typeface="Work Sans Bold"/>
                <a:sym typeface="Work Sans Bold"/>
              </a:rPr>
              <a:t>            3. Aditya More.</a:t>
            </a:r>
          </a:p>
          <a:p>
            <a:pPr>
              <a:lnSpc>
                <a:spcPts val="3171"/>
              </a:lnSpc>
            </a:pPr>
            <a:r>
              <a:rPr lang="en-IN" sz="1400" dirty="0">
                <a:solidFill>
                  <a:srgbClr val="002060"/>
                </a:solidFill>
                <a:latin typeface="+mj-lt"/>
                <a:ea typeface="Work Sans Bold"/>
                <a:cs typeface="Work Sans Bold"/>
                <a:sym typeface="Work Sans Bold"/>
              </a:rPr>
              <a:t>            4. Darshan Pawar.</a:t>
            </a:r>
          </a:p>
          <a:p>
            <a:pPr>
              <a:lnSpc>
                <a:spcPts val="3171"/>
              </a:lnSpc>
            </a:pPr>
            <a:r>
              <a:rPr lang="en-IN" sz="1400" dirty="0">
                <a:solidFill>
                  <a:srgbClr val="002060"/>
                </a:solidFill>
                <a:latin typeface="+mj-lt"/>
                <a:ea typeface="Work Sans Bold"/>
                <a:cs typeface="Work Sans Bold"/>
                <a:sym typeface="Work Sans Bold"/>
              </a:rPr>
              <a:t>       </a:t>
            </a:r>
            <a:endParaRPr lang="en-US" sz="1400" dirty="0">
              <a:solidFill>
                <a:srgbClr val="002060"/>
              </a:solidFill>
              <a:latin typeface="+mj-lt"/>
              <a:ea typeface="Work Sans Bold"/>
              <a:cs typeface="Work Sans Bold"/>
              <a:sym typeface="Work Sans Bold"/>
            </a:endParaRPr>
          </a:p>
          <a:p>
            <a:pPr eaLnBrk="1" hangingPunct="1"/>
            <a:endParaRPr lang="en-US" altLang="en-US" sz="1600" dirty="0">
              <a:solidFill>
                <a:schemeClr val="tx1"/>
              </a:solidFill>
            </a:endParaRPr>
          </a:p>
        </p:txBody>
      </p:sp>
      <p:sp>
        <p:nvSpPr>
          <p:cNvPr id="18436" name="Subtitle 2">
            <a:extLst>
              <a:ext uri="{FF2B5EF4-FFF2-40B4-BE49-F238E27FC236}">
                <a16:creationId xmlns:a16="http://schemas.microsoft.com/office/drawing/2014/main" id="{4160E017-7E49-177E-A95E-9E7714340763}"/>
              </a:ext>
            </a:extLst>
          </p:cNvPr>
          <p:cNvSpPr txBox="1">
            <a:spLocks noChangeArrowheads="1"/>
          </p:cNvSpPr>
          <p:nvPr/>
        </p:nvSpPr>
        <p:spPr bwMode="auto">
          <a:xfrm>
            <a:off x="2819446" y="4845425"/>
            <a:ext cx="3657548" cy="746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entury Schoolbook" panose="02040604050505020304" pitchFamily="18" charset="0"/>
                <a:cs typeface="Arial" panose="020B0604020202020204" pitchFamily="34" charset="0"/>
              </a:defRPr>
            </a:lvl1pPr>
            <a:lvl2pPr marL="742950" indent="-285750" eaLnBrk="0" hangingPunct="0">
              <a:defRPr>
                <a:solidFill>
                  <a:schemeClr val="tx1"/>
                </a:solidFill>
                <a:latin typeface="Century Schoolbook" panose="02040604050505020304" pitchFamily="18" charset="0"/>
                <a:cs typeface="Arial" panose="020B0604020202020204" pitchFamily="34" charset="0"/>
              </a:defRPr>
            </a:lvl2pPr>
            <a:lvl3pPr marL="1143000" indent="-228600" eaLnBrk="0" hangingPunct="0">
              <a:defRPr>
                <a:solidFill>
                  <a:schemeClr val="tx1"/>
                </a:solidFill>
                <a:latin typeface="Century Schoolbook" panose="02040604050505020304" pitchFamily="18" charset="0"/>
                <a:cs typeface="Arial" panose="020B0604020202020204" pitchFamily="34" charset="0"/>
              </a:defRPr>
            </a:lvl3pPr>
            <a:lvl4pPr marL="1600200" indent="-228600" eaLnBrk="0" hangingPunct="0">
              <a:defRPr>
                <a:solidFill>
                  <a:schemeClr val="tx1"/>
                </a:solidFill>
                <a:latin typeface="Century Schoolbook" panose="02040604050505020304" pitchFamily="18" charset="0"/>
                <a:cs typeface="Arial" panose="020B0604020202020204" pitchFamily="34" charset="0"/>
              </a:defRPr>
            </a:lvl4pPr>
            <a:lvl5pPr marL="2057400" indent="-228600" eaLnBrk="0" hangingPunct="0">
              <a:defRPr>
                <a:solidFill>
                  <a:schemeClr val="tx1"/>
                </a:solidFill>
                <a:latin typeface="Century Schoolbook" panose="02040604050505020304" pitchFamily="18" charset="0"/>
                <a:cs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9pPr>
          </a:lstStyle>
          <a:p>
            <a:pPr eaLnBrk="1" hangingPunct="1">
              <a:spcBef>
                <a:spcPts val="600"/>
              </a:spcBef>
              <a:buClr>
                <a:schemeClr val="accent1"/>
              </a:buClr>
              <a:buSzPct val="70000"/>
              <a:buFont typeface="Wingdings" panose="05000000000000000000" pitchFamily="2" charset="2"/>
              <a:buNone/>
            </a:pPr>
            <a:r>
              <a:rPr lang="en-US" altLang="en-US" b="1" dirty="0"/>
              <a:t>Guided by </a:t>
            </a:r>
          </a:p>
          <a:p>
            <a:pPr eaLnBrk="1" hangingPunct="1">
              <a:spcBef>
                <a:spcPts val="600"/>
              </a:spcBef>
              <a:buClr>
                <a:schemeClr val="accent1"/>
              </a:buClr>
              <a:buSzPct val="70000"/>
              <a:buFont typeface="Wingdings" panose="05000000000000000000" pitchFamily="2" charset="2"/>
              <a:buNone/>
            </a:pPr>
            <a:r>
              <a:rPr lang="en-US" altLang="en-US" b="1" dirty="0">
                <a:solidFill>
                  <a:srgbClr val="7030A0"/>
                </a:solidFill>
              </a:rPr>
              <a:t>Prof.</a:t>
            </a:r>
            <a:r>
              <a:rPr lang="en-IN" dirty="0"/>
              <a:t> </a:t>
            </a:r>
            <a:endParaRPr lang="en-IN" b="1" dirty="0">
              <a:solidFill>
                <a:srgbClr val="7030A0"/>
              </a:solidFill>
            </a:endParaRPr>
          </a:p>
          <a:p>
            <a:pPr eaLnBrk="1" hangingPunct="1">
              <a:spcBef>
                <a:spcPts val="600"/>
              </a:spcBef>
              <a:buClr>
                <a:schemeClr val="accent1"/>
              </a:buClr>
              <a:buSzPct val="70000"/>
              <a:buFont typeface="Wingdings" panose="05000000000000000000" pitchFamily="2" charset="2"/>
              <a:buNone/>
            </a:pPr>
            <a:r>
              <a:rPr lang="en-US" altLang="en-US" sz="1400" b="1" dirty="0">
                <a:solidFill>
                  <a:srgbClr val="7030A0"/>
                </a:solidFill>
              </a:rPr>
              <a:t>Department of Computer Engineering   </a:t>
            </a:r>
          </a:p>
          <a:p>
            <a:pPr eaLnBrk="1" hangingPunct="1">
              <a:spcBef>
                <a:spcPts val="600"/>
              </a:spcBef>
              <a:buClr>
                <a:schemeClr val="accent1"/>
              </a:buClr>
              <a:buSzPct val="70000"/>
              <a:buFont typeface="Wingdings" panose="05000000000000000000" pitchFamily="2" charset="2"/>
              <a:buNone/>
            </a:pPr>
            <a:r>
              <a:rPr lang="en-US" altLang="en-US" sz="1400" b="1" dirty="0">
                <a:solidFill>
                  <a:srgbClr val="7030A0"/>
                </a:solidFill>
              </a:rPr>
              <a:t>LGNSCOE, Nashik</a:t>
            </a:r>
          </a:p>
          <a:p>
            <a:pPr eaLnBrk="1" hangingPunct="1">
              <a:spcBef>
                <a:spcPts val="600"/>
              </a:spcBef>
              <a:buClr>
                <a:schemeClr val="accent1"/>
              </a:buClr>
              <a:buSzPct val="70000"/>
              <a:buFont typeface="Wingdings" panose="05000000000000000000" pitchFamily="2" charset="2"/>
              <a:buNone/>
            </a:pPr>
            <a:endParaRPr lang="en-US" altLang="en-US" b="1" dirty="0">
              <a:solidFill>
                <a:schemeClr val="tx2"/>
              </a:solidFill>
            </a:endParaRPr>
          </a:p>
        </p:txBody>
      </p:sp>
      <p:sp>
        <p:nvSpPr>
          <p:cNvPr id="18437" name="Footer Placeholder 4">
            <a:extLst>
              <a:ext uri="{FF2B5EF4-FFF2-40B4-BE49-F238E27FC236}">
                <a16:creationId xmlns:a16="http://schemas.microsoft.com/office/drawing/2014/main" id="{BF7132CE-B662-692D-3409-3153DE629878}"/>
              </a:ext>
            </a:extLst>
          </p:cNvPr>
          <p:cNvSpPr txBox="1">
            <a:spLocks noChangeArrowheads="1"/>
          </p:cNvSpPr>
          <p:nvPr/>
        </p:nvSpPr>
        <p:spPr bwMode="auto">
          <a:xfrm>
            <a:off x="0" y="6492875"/>
            <a:ext cx="91440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entury Schoolbook" panose="02040604050505020304" pitchFamily="18" charset="0"/>
                <a:cs typeface="Arial" panose="020B0604020202020204" pitchFamily="34" charset="0"/>
              </a:defRPr>
            </a:lvl1pPr>
            <a:lvl2pPr marL="742950" indent="-285750" eaLnBrk="0" hangingPunct="0">
              <a:defRPr>
                <a:solidFill>
                  <a:schemeClr val="tx1"/>
                </a:solidFill>
                <a:latin typeface="Century Schoolbook" panose="02040604050505020304" pitchFamily="18" charset="0"/>
                <a:cs typeface="Arial" panose="020B0604020202020204" pitchFamily="34" charset="0"/>
              </a:defRPr>
            </a:lvl2pPr>
            <a:lvl3pPr marL="1143000" indent="-228600" eaLnBrk="0" hangingPunct="0">
              <a:defRPr>
                <a:solidFill>
                  <a:schemeClr val="tx1"/>
                </a:solidFill>
                <a:latin typeface="Century Schoolbook" panose="02040604050505020304" pitchFamily="18" charset="0"/>
                <a:cs typeface="Arial" panose="020B0604020202020204" pitchFamily="34" charset="0"/>
              </a:defRPr>
            </a:lvl3pPr>
            <a:lvl4pPr marL="1600200" indent="-228600" eaLnBrk="0" hangingPunct="0">
              <a:defRPr>
                <a:solidFill>
                  <a:schemeClr val="tx1"/>
                </a:solidFill>
                <a:latin typeface="Century Schoolbook" panose="02040604050505020304" pitchFamily="18" charset="0"/>
                <a:cs typeface="Arial" panose="020B0604020202020204" pitchFamily="34" charset="0"/>
              </a:defRPr>
            </a:lvl4pPr>
            <a:lvl5pPr marL="2057400" indent="-228600" eaLnBrk="0" hangingPunct="0">
              <a:defRPr>
                <a:solidFill>
                  <a:schemeClr val="tx1"/>
                </a:solidFill>
                <a:latin typeface="Century Schoolbook" panose="02040604050505020304" pitchFamily="18" charset="0"/>
                <a:cs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9pPr>
          </a:lstStyle>
          <a:p>
            <a:pPr eaLnBrk="1" hangingPunct="1"/>
            <a:r>
              <a:rPr lang="en-US" altLang="en-US" sz="1200" dirty="0">
                <a:solidFill>
                  <a:schemeClr val="tx2"/>
                </a:solidFill>
              </a:rPr>
              <a:t>  LGNSCOE, Nashik	     </a:t>
            </a:r>
          </a:p>
        </p:txBody>
      </p:sp>
      <p:pic>
        <p:nvPicPr>
          <p:cNvPr id="18438" name="Picture 5" descr="sapkal%20logo">
            <a:extLst>
              <a:ext uri="{FF2B5EF4-FFF2-40B4-BE49-F238E27FC236}">
                <a16:creationId xmlns:a16="http://schemas.microsoft.com/office/drawing/2014/main" id="{1341C116-AF51-6E19-104A-8EAD1BBD6BBF}"/>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04800" y="180975"/>
            <a:ext cx="1828800"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E16B12F3-0500-392A-2774-40F4EF630B47}"/>
              </a:ext>
            </a:extLst>
          </p:cNvPr>
          <p:cNvSpPr>
            <a:spLocks noGrp="1"/>
          </p:cNvSpPr>
          <p:nvPr>
            <p:ph type="title"/>
          </p:nvPr>
        </p:nvSpPr>
        <p:spPr bwMode="auto">
          <a:xfrm>
            <a:off x="0" y="-26988"/>
            <a:ext cx="9144000" cy="560388"/>
          </a:xfrm>
        </p:spPr>
        <p:txBody>
          <a:bodyPr wrap="square" lIns="91440" tIns="45720" rIns="91440" bIns="45720" numCol="1" anchorCtr="0" compatLnSpc="1">
            <a:prstTxWarp prst="textNoShape">
              <a:avLst/>
            </a:prstTxWarp>
          </a:bodyPr>
          <a:lstStyle/>
          <a:p>
            <a:pPr algn="ctr" eaLnBrk="1" hangingPunct="1"/>
            <a:r>
              <a:rPr lang="en-US" altLang="en-US" b="1" cap="none" dirty="0">
                <a:solidFill>
                  <a:srgbClr val="C00000"/>
                </a:solidFill>
                <a:ea typeface="华文楷体" panose="02010600040101010101" pitchFamily="2" charset="-122"/>
                <a:cs typeface="华文楷体" panose="02010600040101010101" pitchFamily="2" charset="-122"/>
              </a:rPr>
              <a:t>OUTLINE…</a:t>
            </a:r>
          </a:p>
        </p:txBody>
      </p:sp>
      <p:sp>
        <p:nvSpPr>
          <p:cNvPr id="19459" name="Content Placeholder 2">
            <a:extLst>
              <a:ext uri="{FF2B5EF4-FFF2-40B4-BE49-F238E27FC236}">
                <a16:creationId xmlns:a16="http://schemas.microsoft.com/office/drawing/2014/main" id="{BCA87543-612F-AFA7-13DE-293B07EB44F2}"/>
              </a:ext>
            </a:extLst>
          </p:cNvPr>
          <p:cNvSpPr>
            <a:spLocks noGrp="1"/>
          </p:cNvSpPr>
          <p:nvPr>
            <p:ph sz="quarter" idx="1"/>
          </p:nvPr>
        </p:nvSpPr>
        <p:spPr>
          <a:xfrm>
            <a:off x="474428" y="800100"/>
            <a:ext cx="8364660" cy="5524424"/>
          </a:xfrm>
        </p:spPr>
        <p:txBody>
          <a:bodyPr/>
          <a:lstStyle/>
          <a:p>
            <a:pPr marL="824309" lvl="1" indent="-457200" algn="just">
              <a:lnSpc>
                <a:spcPts val="4761"/>
              </a:lnSpc>
              <a:buFont typeface="Wingdings" panose="05000000000000000000" pitchFamily="2" charset="2"/>
              <a:buChar char="Ø"/>
            </a:pPr>
            <a:r>
              <a:rPr lang="en-US" altLang="en-US" sz="2000" dirty="0">
                <a:solidFill>
                  <a:srgbClr val="7030A0"/>
                </a:solidFill>
                <a:latin typeface="Work Sans" pitchFamily="2" charset="0"/>
              </a:rPr>
              <a:t> </a:t>
            </a:r>
            <a:r>
              <a:rPr lang="en-US" sz="2000" dirty="0">
                <a:solidFill>
                  <a:schemeClr val="tx1">
                    <a:lumMod val="95000"/>
                    <a:lumOff val="5000"/>
                  </a:schemeClr>
                </a:solidFill>
                <a:latin typeface="Work Sans" pitchFamily="2" charset="0"/>
                <a:ea typeface="Work Sans"/>
                <a:cs typeface="Work Sans"/>
                <a:sym typeface="Work Sans"/>
              </a:rPr>
              <a:t>Introduction     </a:t>
            </a:r>
          </a:p>
          <a:p>
            <a:pPr marL="824309" lvl="1" indent="-457200" algn="just">
              <a:lnSpc>
                <a:spcPts val="4761"/>
              </a:lnSpc>
              <a:buFont typeface="Wingdings" panose="05000000000000000000" pitchFamily="2" charset="2"/>
              <a:buChar char="Ø"/>
            </a:pPr>
            <a:r>
              <a:rPr lang="en-US" sz="2000" dirty="0">
                <a:solidFill>
                  <a:schemeClr val="tx1">
                    <a:lumMod val="95000"/>
                    <a:lumOff val="5000"/>
                  </a:schemeClr>
                </a:solidFill>
                <a:latin typeface="Work Sans" pitchFamily="2" charset="0"/>
                <a:ea typeface="Work Sans"/>
                <a:cs typeface="Work Sans"/>
                <a:sym typeface="Work Sans"/>
              </a:rPr>
              <a:t>Literature</a:t>
            </a:r>
            <a:r>
              <a:rPr lang="en-US" sz="2000" dirty="0">
                <a:latin typeface="Work Sans" pitchFamily="2" charset="0"/>
                <a:ea typeface="Work Sans"/>
                <a:cs typeface="Work Sans"/>
                <a:sym typeface="Work Sans"/>
              </a:rPr>
              <a:t> </a:t>
            </a:r>
            <a:r>
              <a:rPr lang="en-US" altLang="en-US" sz="2000" dirty="0">
                <a:latin typeface="Work Sans" pitchFamily="2" charset="0"/>
              </a:rPr>
              <a:t>Survey</a:t>
            </a:r>
            <a:r>
              <a:rPr lang="en-US" sz="2000" dirty="0">
                <a:latin typeface="Work Sans" pitchFamily="2" charset="0"/>
                <a:ea typeface="Work Sans"/>
                <a:cs typeface="Work Sans"/>
                <a:sym typeface="Work Sans"/>
              </a:rPr>
              <a:t>   </a:t>
            </a:r>
            <a:r>
              <a:rPr lang="en-US" sz="2000" dirty="0">
                <a:solidFill>
                  <a:schemeClr val="tx1">
                    <a:lumMod val="95000"/>
                    <a:lumOff val="5000"/>
                  </a:schemeClr>
                </a:solidFill>
                <a:latin typeface="Work Sans" pitchFamily="2" charset="0"/>
                <a:ea typeface="Work Sans"/>
                <a:cs typeface="Work Sans"/>
                <a:sym typeface="Work Sans"/>
              </a:rPr>
              <a:t>                                             </a:t>
            </a:r>
          </a:p>
          <a:p>
            <a:pPr marL="824309" lvl="1" indent="-457200" algn="just">
              <a:lnSpc>
                <a:spcPts val="4761"/>
              </a:lnSpc>
              <a:buFont typeface="Wingdings" panose="05000000000000000000" pitchFamily="2" charset="2"/>
              <a:buChar char="Ø"/>
            </a:pPr>
            <a:r>
              <a:rPr lang="en-US" sz="2000" dirty="0">
                <a:solidFill>
                  <a:schemeClr val="tx1">
                    <a:lumMod val="95000"/>
                    <a:lumOff val="5000"/>
                  </a:schemeClr>
                </a:solidFill>
                <a:latin typeface="Work Sans" pitchFamily="2" charset="0"/>
                <a:ea typeface="Work Sans"/>
                <a:cs typeface="Work Sans"/>
                <a:sym typeface="Work Sans"/>
              </a:rPr>
              <a:t>Problem </a:t>
            </a:r>
            <a:r>
              <a:rPr kumimoji="0" lang="en-US" altLang="en-US" sz="2000" b="0" i="0" u="none" strike="noStrike" kern="1200" cap="none" spc="0" normalizeH="0" baseline="0" noProof="0" dirty="0">
                <a:ln>
                  <a:noFill/>
                </a:ln>
                <a:effectLst/>
                <a:uLnTx/>
                <a:uFillTx/>
                <a:latin typeface="Work Sans" pitchFamily="2" charset="0"/>
              </a:rPr>
              <a:t>Definition</a:t>
            </a:r>
            <a:endParaRPr lang="en-US" sz="2000" dirty="0">
              <a:latin typeface="Work Sans" pitchFamily="2" charset="0"/>
              <a:ea typeface="Work Sans"/>
              <a:cs typeface="Work Sans"/>
              <a:sym typeface="Work Sans"/>
            </a:endParaRPr>
          </a:p>
          <a:p>
            <a:pPr marL="824309" lvl="1" indent="-457200" algn="just">
              <a:lnSpc>
                <a:spcPts val="4761"/>
              </a:lnSpc>
              <a:buFont typeface="Wingdings" panose="05000000000000000000" pitchFamily="2" charset="2"/>
              <a:buChar char="Ø"/>
            </a:pPr>
            <a:r>
              <a:rPr lang="en-US" sz="2000" dirty="0">
                <a:solidFill>
                  <a:schemeClr val="tx1">
                    <a:lumMod val="95000"/>
                    <a:lumOff val="5000"/>
                  </a:schemeClr>
                </a:solidFill>
                <a:latin typeface="Work Sans" pitchFamily="2" charset="0"/>
                <a:ea typeface="Work Sans"/>
                <a:cs typeface="Work Sans"/>
                <a:sym typeface="Work Sans"/>
              </a:rPr>
              <a:t>System Architecture</a:t>
            </a:r>
          </a:p>
          <a:p>
            <a:pPr marL="824309" lvl="1" indent="-457200" algn="just">
              <a:lnSpc>
                <a:spcPts val="4761"/>
              </a:lnSpc>
              <a:buFont typeface="Wingdings" panose="05000000000000000000" pitchFamily="2" charset="2"/>
              <a:buChar char="Ø"/>
            </a:pPr>
            <a:r>
              <a:rPr lang="en-IN" sz="2000" dirty="0">
                <a:solidFill>
                  <a:schemeClr val="tx1">
                    <a:lumMod val="95000"/>
                    <a:lumOff val="5000"/>
                  </a:schemeClr>
                </a:solidFill>
                <a:latin typeface="Work Sans" pitchFamily="2" charset="0"/>
                <a:ea typeface="Work Sans"/>
                <a:cs typeface="Work Sans"/>
                <a:sym typeface="Work Sans"/>
              </a:rPr>
              <a:t>Algorithm </a:t>
            </a:r>
          </a:p>
          <a:p>
            <a:pPr marL="824309" lvl="1" indent="-457200" algn="just">
              <a:lnSpc>
                <a:spcPts val="4761"/>
              </a:lnSpc>
              <a:buFont typeface="Wingdings" panose="05000000000000000000" pitchFamily="2" charset="2"/>
              <a:buChar char="Ø"/>
            </a:pPr>
            <a:r>
              <a:rPr lang="en-US" sz="2000" dirty="0">
                <a:solidFill>
                  <a:schemeClr val="tx1">
                    <a:lumMod val="95000"/>
                    <a:lumOff val="5000"/>
                  </a:schemeClr>
                </a:solidFill>
                <a:latin typeface="Work Sans"/>
                <a:ea typeface="Work Sans"/>
                <a:cs typeface="Work Sans"/>
                <a:sym typeface="Work Sans"/>
              </a:rPr>
              <a:t>Advantages &amp; Dis-advantages</a:t>
            </a:r>
          </a:p>
          <a:p>
            <a:pPr marL="824309" lvl="1" indent="-457200" algn="just">
              <a:lnSpc>
                <a:spcPts val="4761"/>
              </a:lnSpc>
              <a:buFont typeface="Wingdings" panose="05000000000000000000" pitchFamily="2" charset="2"/>
              <a:buChar char="Ø"/>
            </a:pPr>
            <a:r>
              <a:rPr lang="en-US" sz="2000" dirty="0">
                <a:solidFill>
                  <a:schemeClr val="tx1">
                    <a:lumMod val="95000"/>
                    <a:lumOff val="5000"/>
                  </a:schemeClr>
                </a:solidFill>
                <a:latin typeface="Work Sans"/>
                <a:ea typeface="Work Sans"/>
                <a:cs typeface="Work Sans"/>
                <a:sym typeface="Work Sans"/>
              </a:rPr>
              <a:t>Software &amp; Hardware Requirements</a:t>
            </a:r>
          </a:p>
          <a:p>
            <a:pPr marL="824309" lvl="1" indent="-457200" algn="just">
              <a:lnSpc>
                <a:spcPts val="4761"/>
              </a:lnSpc>
              <a:buFont typeface="Wingdings" panose="05000000000000000000" pitchFamily="2" charset="2"/>
              <a:buChar char="Ø"/>
            </a:pPr>
            <a:r>
              <a:rPr lang="en-US" altLang="en-US" sz="2000" dirty="0">
                <a:latin typeface="Work Sans" pitchFamily="2" charset="0"/>
              </a:rPr>
              <a:t>Future Scope</a:t>
            </a:r>
          </a:p>
          <a:p>
            <a:pPr marL="824309" lvl="1" indent="-457200" algn="just">
              <a:lnSpc>
                <a:spcPts val="4761"/>
              </a:lnSpc>
              <a:buFont typeface="Wingdings" panose="05000000000000000000" pitchFamily="2" charset="2"/>
              <a:buChar char="Ø"/>
            </a:pPr>
            <a:endParaRPr lang="en-US" sz="2000" dirty="0">
              <a:solidFill>
                <a:schemeClr val="tx1">
                  <a:lumMod val="95000"/>
                  <a:lumOff val="5000"/>
                </a:schemeClr>
              </a:solidFill>
              <a:latin typeface="Work Sans"/>
              <a:ea typeface="Work Sans"/>
              <a:cs typeface="Work Sans"/>
              <a:sym typeface="Work Sans"/>
            </a:endParaRPr>
          </a:p>
          <a:p>
            <a:pPr marL="824309" lvl="1" indent="-457200" algn="just">
              <a:lnSpc>
                <a:spcPts val="4761"/>
              </a:lnSpc>
              <a:buFont typeface="Wingdings" panose="05000000000000000000" pitchFamily="2" charset="2"/>
              <a:buChar char="Ø"/>
            </a:pPr>
            <a:endParaRPr lang="en-IN" sz="2000" dirty="0">
              <a:solidFill>
                <a:schemeClr val="tx1">
                  <a:lumMod val="95000"/>
                  <a:lumOff val="5000"/>
                </a:schemeClr>
              </a:solidFill>
              <a:latin typeface="Work Sans" pitchFamily="2" charset="0"/>
              <a:ea typeface="Work Sans"/>
              <a:cs typeface="Work Sans"/>
              <a:sym typeface="Work Sans"/>
            </a:endParaRPr>
          </a:p>
          <a:p>
            <a:pPr marL="824309" lvl="1" indent="-457200" algn="just">
              <a:lnSpc>
                <a:spcPts val="4761"/>
              </a:lnSpc>
              <a:buFont typeface="Wingdings" panose="05000000000000000000" pitchFamily="2" charset="2"/>
              <a:buChar char="Ø"/>
            </a:pPr>
            <a:endParaRPr lang="en-IN" sz="2000" dirty="0">
              <a:solidFill>
                <a:schemeClr val="tx1">
                  <a:lumMod val="95000"/>
                  <a:lumOff val="5000"/>
                </a:schemeClr>
              </a:solidFill>
              <a:latin typeface="Work Sans" pitchFamily="2" charset="0"/>
              <a:ea typeface="Work Sans"/>
              <a:cs typeface="Work Sans"/>
              <a:sym typeface="Work Sans"/>
            </a:endParaRPr>
          </a:p>
          <a:p>
            <a:pPr marL="824309" lvl="1" indent="-457200" algn="just">
              <a:lnSpc>
                <a:spcPts val="4761"/>
              </a:lnSpc>
              <a:buFont typeface="Wingdings" panose="05000000000000000000" pitchFamily="2" charset="2"/>
              <a:buChar char="Ø"/>
            </a:pPr>
            <a:endParaRPr lang="en-IN" sz="2000" dirty="0">
              <a:solidFill>
                <a:schemeClr val="tx1">
                  <a:lumMod val="95000"/>
                  <a:lumOff val="5000"/>
                </a:schemeClr>
              </a:solidFill>
              <a:latin typeface="Work Sans" pitchFamily="2" charset="0"/>
              <a:ea typeface="Work Sans"/>
              <a:cs typeface="Work Sans"/>
              <a:sym typeface="Work Sans"/>
            </a:endParaRPr>
          </a:p>
          <a:p>
            <a:pPr marL="824309" lvl="1" indent="-457200" algn="just">
              <a:lnSpc>
                <a:spcPts val="4761"/>
              </a:lnSpc>
              <a:buFont typeface="Wingdings" panose="05000000000000000000" pitchFamily="2" charset="2"/>
              <a:buChar char="Ø"/>
            </a:pPr>
            <a:endParaRPr lang="en-IN" sz="2000" dirty="0">
              <a:solidFill>
                <a:schemeClr val="tx1">
                  <a:lumMod val="95000"/>
                  <a:lumOff val="5000"/>
                </a:schemeClr>
              </a:solidFill>
              <a:latin typeface="Work Sans" pitchFamily="2" charset="0"/>
              <a:ea typeface="Work Sans"/>
              <a:cs typeface="Work Sans"/>
              <a:sym typeface="Work Sans"/>
            </a:endParaRPr>
          </a:p>
          <a:p>
            <a:pPr marL="824309" lvl="1" indent="-457200" algn="just">
              <a:lnSpc>
                <a:spcPts val="4761"/>
              </a:lnSpc>
              <a:buFont typeface="Wingdings" panose="05000000000000000000" pitchFamily="2" charset="2"/>
              <a:buChar char="Ø"/>
            </a:pPr>
            <a:endParaRPr lang="en-IN" sz="2000" dirty="0">
              <a:solidFill>
                <a:schemeClr val="tx1">
                  <a:lumMod val="95000"/>
                  <a:lumOff val="5000"/>
                </a:schemeClr>
              </a:solidFill>
              <a:latin typeface="Work Sans" pitchFamily="2" charset="0"/>
              <a:ea typeface="Work Sans"/>
              <a:cs typeface="Work Sans"/>
              <a:sym typeface="Work Sans"/>
            </a:endParaRPr>
          </a:p>
          <a:p>
            <a:pPr marL="824309" lvl="1" indent="-457200" algn="just">
              <a:lnSpc>
                <a:spcPts val="4761"/>
              </a:lnSpc>
              <a:buFont typeface="Wingdings" panose="05000000000000000000" pitchFamily="2" charset="2"/>
              <a:buChar char="Ø"/>
            </a:pPr>
            <a:endParaRPr lang="en-IN" sz="2000" dirty="0">
              <a:solidFill>
                <a:schemeClr val="tx1">
                  <a:lumMod val="95000"/>
                  <a:lumOff val="5000"/>
                </a:schemeClr>
              </a:solidFill>
              <a:latin typeface="Work Sans" pitchFamily="2" charset="0"/>
              <a:ea typeface="Work Sans"/>
              <a:cs typeface="Work Sans"/>
              <a:sym typeface="Work Sans"/>
            </a:endParaRPr>
          </a:p>
          <a:p>
            <a:pPr marL="367109" lvl="1" indent="0" algn="just">
              <a:lnSpc>
                <a:spcPts val="4761"/>
              </a:lnSpc>
              <a:buNone/>
            </a:pPr>
            <a:endParaRPr lang="en-US" sz="2000" dirty="0">
              <a:solidFill>
                <a:schemeClr val="tx1">
                  <a:lumMod val="95000"/>
                  <a:lumOff val="5000"/>
                </a:schemeClr>
              </a:solidFill>
              <a:latin typeface="Work Sans" pitchFamily="2" charset="0"/>
              <a:ea typeface="Work Sans"/>
              <a:cs typeface="Work Sans"/>
              <a:sym typeface="Work Sans"/>
            </a:endParaRPr>
          </a:p>
          <a:p>
            <a:pPr marL="0" indent="0" eaLnBrk="1" hangingPunct="1">
              <a:lnSpc>
                <a:spcPct val="150000"/>
              </a:lnSpc>
            </a:pPr>
            <a:endParaRPr lang="en-US" altLang="en-US" dirty="0"/>
          </a:p>
        </p:txBody>
      </p:sp>
      <p:sp>
        <p:nvSpPr>
          <p:cNvPr id="19460" name="Rectangle 6">
            <a:extLst>
              <a:ext uri="{FF2B5EF4-FFF2-40B4-BE49-F238E27FC236}">
                <a16:creationId xmlns:a16="http://schemas.microsoft.com/office/drawing/2014/main" id="{B38CEE1B-C635-941C-53B3-AF15A93914E8}"/>
              </a:ext>
            </a:extLst>
          </p:cNvPr>
          <p:cNvSpPr>
            <a:spLocks noChangeArrowheads="1"/>
          </p:cNvSpPr>
          <p:nvPr/>
        </p:nvSpPr>
        <p:spPr bwMode="auto">
          <a:xfrm>
            <a:off x="8229600" y="5791200"/>
            <a:ext cx="3762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entury Schoolbook" panose="02040604050505020304" pitchFamily="18" charset="0"/>
                <a:cs typeface="Arial" panose="020B0604020202020204" pitchFamily="34" charset="0"/>
              </a:defRPr>
            </a:lvl1pPr>
            <a:lvl2pPr marL="742950" indent="-285750" eaLnBrk="0" hangingPunct="0">
              <a:defRPr>
                <a:solidFill>
                  <a:schemeClr val="tx1"/>
                </a:solidFill>
                <a:latin typeface="Century Schoolbook" panose="02040604050505020304" pitchFamily="18" charset="0"/>
                <a:cs typeface="Arial" panose="020B0604020202020204" pitchFamily="34" charset="0"/>
              </a:defRPr>
            </a:lvl2pPr>
            <a:lvl3pPr marL="1143000" indent="-228600" eaLnBrk="0" hangingPunct="0">
              <a:defRPr>
                <a:solidFill>
                  <a:schemeClr val="tx1"/>
                </a:solidFill>
                <a:latin typeface="Century Schoolbook" panose="02040604050505020304" pitchFamily="18" charset="0"/>
                <a:cs typeface="Arial" panose="020B0604020202020204" pitchFamily="34" charset="0"/>
              </a:defRPr>
            </a:lvl3pPr>
            <a:lvl4pPr marL="1600200" indent="-228600" eaLnBrk="0" hangingPunct="0">
              <a:defRPr>
                <a:solidFill>
                  <a:schemeClr val="tx1"/>
                </a:solidFill>
                <a:latin typeface="Century Schoolbook" panose="02040604050505020304" pitchFamily="18" charset="0"/>
                <a:cs typeface="Arial" panose="020B0604020202020204" pitchFamily="34" charset="0"/>
              </a:defRPr>
            </a:lvl4pPr>
            <a:lvl5pPr marL="2057400" indent="-228600" eaLnBrk="0" hangingPunct="0">
              <a:defRPr>
                <a:solidFill>
                  <a:schemeClr val="tx1"/>
                </a:solidFill>
                <a:latin typeface="Century Schoolbook" panose="02040604050505020304" pitchFamily="18" charset="0"/>
                <a:cs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9pPr>
          </a:lstStyle>
          <a:p>
            <a:pPr eaLnBrk="1" hangingPunct="1"/>
            <a:r>
              <a:rPr lang="en-US" altLang="en-US"/>
              <a:t> </a:t>
            </a:r>
            <a:fld id="{C42B18DB-071C-4B17-9A27-2885FEC4B946}" type="slidenum">
              <a:rPr lang="en-US" altLang="en-US"/>
              <a:pPr eaLnBrk="1" hangingPunct="1"/>
              <a:t>2</a:t>
            </a:fld>
            <a:endParaRPr lang="en-US" altLang="en-US"/>
          </a:p>
        </p:txBody>
      </p:sp>
      <p:sp>
        <p:nvSpPr>
          <p:cNvPr id="19461" name="Footer Placeholder 4">
            <a:extLst>
              <a:ext uri="{FF2B5EF4-FFF2-40B4-BE49-F238E27FC236}">
                <a16:creationId xmlns:a16="http://schemas.microsoft.com/office/drawing/2014/main" id="{AA535704-2937-524C-C27E-1A247F4D6DF8}"/>
              </a:ext>
            </a:extLst>
          </p:cNvPr>
          <p:cNvSpPr txBox="1">
            <a:spLocks noChangeArrowheads="1"/>
          </p:cNvSpPr>
          <p:nvPr/>
        </p:nvSpPr>
        <p:spPr bwMode="auto">
          <a:xfrm>
            <a:off x="0" y="6492875"/>
            <a:ext cx="91440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entury Schoolbook" panose="02040604050505020304" pitchFamily="18" charset="0"/>
                <a:cs typeface="Arial" panose="020B0604020202020204" pitchFamily="34" charset="0"/>
              </a:defRPr>
            </a:lvl1pPr>
            <a:lvl2pPr marL="742950" indent="-285750" eaLnBrk="0" hangingPunct="0">
              <a:defRPr>
                <a:solidFill>
                  <a:schemeClr val="tx1"/>
                </a:solidFill>
                <a:latin typeface="Century Schoolbook" panose="02040604050505020304" pitchFamily="18" charset="0"/>
                <a:cs typeface="Arial" panose="020B0604020202020204" pitchFamily="34" charset="0"/>
              </a:defRPr>
            </a:lvl2pPr>
            <a:lvl3pPr marL="1143000" indent="-228600" eaLnBrk="0" hangingPunct="0">
              <a:defRPr>
                <a:solidFill>
                  <a:schemeClr val="tx1"/>
                </a:solidFill>
                <a:latin typeface="Century Schoolbook" panose="02040604050505020304" pitchFamily="18" charset="0"/>
                <a:cs typeface="Arial" panose="020B0604020202020204" pitchFamily="34" charset="0"/>
              </a:defRPr>
            </a:lvl3pPr>
            <a:lvl4pPr marL="1600200" indent="-228600" eaLnBrk="0" hangingPunct="0">
              <a:defRPr>
                <a:solidFill>
                  <a:schemeClr val="tx1"/>
                </a:solidFill>
                <a:latin typeface="Century Schoolbook" panose="02040604050505020304" pitchFamily="18" charset="0"/>
                <a:cs typeface="Arial" panose="020B0604020202020204" pitchFamily="34" charset="0"/>
              </a:defRPr>
            </a:lvl4pPr>
            <a:lvl5pPr marL="2057400" indent="-228600" eaLnBrk="0" hangingPunct="0">
              <a:defRPr>
                <a:solidFill>
                  <a:schemeClr val="tx1"/>
                </a:solidFill>
                <a:latin typeface="Century Schoolbook" panose="02040604050505020304" pitchFamily="18" charset="0"/>
                <a:cs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9pPr>
          </a:lstStyle>
          <a:p>
            <a:pPr eaLnBrk="1" hangingPunct="1"/>
            <a:r>
              <a:rPr lang="en-US" altLang="en-US" sz="1200" dirty="0">
                <a:solidFill>
                  <a:schemeClr val="tx2"/>
                </a:solidFill>
              </a:rPr>
              <a:t>LGNSCOE, Nashik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C8F4E76-1289-4896-E7AF-4A9B1EA430EB}"/>
              </a:ext>
            </a:extLst>
          </p:cNvPr>
          <p:cNvSpPr>
            <a:spLocks noGrp="1"/>
          </p:cNvSpPr>
          <p:nvPr>
            <p:ph sz="quarter" idx="1"/>
          </p:nvPr>
        </p:nvSpPr>
        <p:spPr>
          <a:xfrm>
            <a:off x="381110" y="624993"/>
            <a:ext cx="7995902" cy="5608014"/>
          </a:xfrm>
        </p:spPr>
        <p:txBody>
          <a:bodyPr/>
          <a:lstStyle/>
          <a:p>
            <a:pPr marL="824309" lvl="1" indent="-457200" algn="just">
              <a:lnSpc>
                <a:spcPts val="4761"/>
              </a:lnSpc>
              <a:buFont typeface="Wingdings" panose="05000000000000000000" pitchFamily="2" charset="2"/>
              <a:buChar char="Ø"/>
            </a:pPr>
            <a:endParaRPr lang="en-US" sz="2000" dirty="0">
              <a:solidFill>
                <a:schemeClr val="tx1">
                  <a:lumMod val="95000"/>
                  <a:lumOff val="5000"/>
                </a:schemeClr>
              </a:solidFill>
              <a:latin typeface="Work Sans"/>
              <a:ea typeface="Work Sans"/>
              <a:cs typeface="Work Sans"/>
              <a:sym typeface="Work Sans"/>
            </a:endParaRPr>
          </a:p>
          <a:p>
            <a:pPr marL="824309" lvl="1" indent="-457200" algn="just">
              <a:lnSpc>
                <a:spcPts val="4761"/>
              </a:lnSpc>
              <a:buFont typeface="Wingdings" panose="05000000000000000000" pitchFamily="2" charset="2"/>
              <a:buChar char="Ø"/>
            </a:pPr>
            <a:r>
              <a:rPr lang="en-IN" sz="2000" dirty="0">
                <a:solidFill>
                  <a:schemeClr val="tx1">
                    <a:lumMod val="95000"/>
                    <a:lumOff val="5000"/>
                  </a:schemeClr>
                </a:solidFill>
                <a:latin typeface="Work Sans"/>
                <a:ea typeface="Work Sans"/>
                <a:cs typeface="Work Sans"/>
                <a:sym typeface="Work Sans"/>
              </a:rPr>
              <a:t>Conclusion </a:t>
            </a:r>
            <a:endParaRPr lang="en-US" sz="2000" dirty="0">
              <a:solidFill>
                <a:schemeClr val="tx1">
                  <a:lumMod val="95000"/>
                  <a:lumOff val="5000"/>
                </a:schemeClr>
              </a:solidFill>
              <a:latin typeface="Work Sans"/>
              <a:ea typeface="Work Sans"/>
              <a:cs typeface="Work Sans"/>
              <a:sym typeface="Work Sans"/>
            </a:endParaRPr>
          </a:p>
          <a:p>
            <a:pPr marL="824309" lvl="1" indent="-457200" algn="just">
              <a:lnSpc>
                <a:spcPts val="4761"/>
              </a:lnSpc>
              <a:buFont typeface="Wingdings" panose="05000000000000000000" pitchFamily="2" charset="2"/>
              <a:buChar char="Ø"/>
            </a:pPr>
            <a:r>
              <a:rPr lang="en-IN" sz="2000" dirty="0">
                <a:solidFill>
                  <a:schemeClr val="tx1">
                    <a:lumMod val="95000"/>
                    <a:lumOff val="5000"/>
                  </a:schemeClr>
                </a:solidFill>
                <a:latin typeface="Work Sans"/>
                <a:ea typeface="Work Sans"/>
                <a:cs typeface="Work Sans"/>
                <a:sym typeface="Work Sans"/>
              </a:rPr>
              <a:t>References </a:t>
            </a:r>
            <a:endParaRPr lang="en-US" sz="2000" dirty="0">
              <a:solidFill>
                <a:schemeClr val="tx1">
                  <a:lumMod val="95000"/>
                  <a:lumOff val="5000"/>
                </a:schemeClr>
              </a:solidFill>
              <a:latin typeface="Work Sans"/>
              <a:ea typeface="Work Sans"/>
              <a:cs typeface="Work Sans"/>
              <a:sym typeface="Work Sans"/>
            </a:endParaRPr>
          </a:p>
          <a:p>
            <a:pPr marL="0" indent="0">
              <a:buNone/>
            </a:pPr>
            <a:endParaRPr lang="en-IN" dirty="0"/>
          </a:p>
        </p:txBody>
      </p:sp>
    </p:spTree>
    <p:extLst>
      <p:ext uri="{BB962C8B-B14F-4D97-AF65-F5344CB8AC3E}">
        <p14:creationId xmlns:p14="http://schemas.microsoft.com/office/powerpoint/2010/main" val="28374802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Content Placeholder 2">
            <a:extLst>
              <a:ext uri="{FF2B5EF4-FFF2-40B4-BE49-F238E27FC236}">
                <a16:creationId xmlns:a16="http://schemas.microsoft.com/office/drawing/2014/main" id="{08271C0D-B606-59D0-F825-8B6CF6014B96}"/>
              </a:ext>
            </a:extLst>
          </p:cNvPr>
          <p:cNvSpPr>
            <a:spLocks noGrp="1" noChangeArrowheads="1"/>
          </p:cNvSpPr>
          <p:nvPr>
            <p:ph sz="quarter" idx="1"/>
          </p:nvPr>
        </p:nvSpPr>
        <p:spPr>
          <a:xfrm>
            <a:off x="350433" y="990600"/>
            <a:ext cx="8233179" cy="4487863"/>
          </a:xfrm>
        </p:spPr>
        <p:txBody>
          <a:bodyPr/>
          <a:lstStyle/>
          <a:p>
            <a:pPr marL="0" indent="0">
              <a:lnSpc>
                <a:spcPts val="4761"/>
              </a:lnSpc>
              <a:buNone/>
            </a:pPr>
            <a:r>
              <a:rPr lang="en-US" sz="1400" dirty="0">
                <a:solidFill>
                  <a:schemeClr val="tx1">
                    <a:lumMod val="95000"/>
                    <a:lumOff val="5000"/>
                  </a:schemeClr>
                </a:solidFill>
              </a:rPr>
              <a:t>Road accidents are a major global concern resulting in thousands of deaths and injuries every year. One of the leading causes of high fatality rates is the delay in providing medical assistance due to unreported accidents, lack of eyewitnesses, and the inability of victims to communicate. Manual reporting systems are unreliable in critical conditions. To address these challenges, IoT-based accident detection systems can be deployed to automatically sense collisions, determine the vehicle’s GPS location, and instantly alert emergency contacts or authorities. This approach ensures faster response time and increases the chance of survival</a:t>
            </a:r>
            <a:r>
              <a:rPr lang="en-US" sz="1800" dirty="0">
                <a:solidFill>
                  <a:schemeClr val="tx1">
                    <a:lumMod val="95000"/>
                    <a:lumOff val="5000"/>
                  </a:schemeClr>
                </a:solidFill>
              </a:rPr>
              <a:t>.</a:t>
            </a:r>
            <a:endParaRPr lang="en-US" sz="1800" dirty="0">
              <a:solidFill>
                <a:schemeClr val="tx1">
                  <a:lumMod val="95000"/>
                  <a:lumOff val="5000"/>
                </a:schemeClr>
              </a:solidFill>
              <a:latin typeface="Work Sans"/>
              <a:ea typeface="Work Sans"/>
              <a:cs typeface="Work Sans"/>
              <a:sym typeface="Work Sans"/>
            </a:endParaRPr>
          </a:p>
        </p:txBody>
      </p:sp>
      <p:sp>
        <p:nvSpPr>
          <p:cNvPr id="5" name="Title 1">
            <a:extLst>
              <a:ext uri="{FF2B5EF4-FFF2-40B4-BE49-F238E27FC236}">
                <a16:creationId xmlns:a16="http://schemas.microsoft.com/office/drawing/2014/main" id="{2A9BE033-3814-8EA4-347F-E68709E179D9}"/>
              </a:ext>
            </a:extLst>
          </p:cNvPr>
          <p:cNvSpPr>
            <a:spLocks noGrp="1"/>
          </p:cNvSpPr>
          <p:nvPr>
            <p:ph type="title"/>
          </p:nvPr>
        </p:nvSpPr>
        <p:spPr>
          <a:xfrm>
            <a:off x="-10857" y="685800"/>
            <a:ext cx="9144001" cy="609600"/>
          </a:xfrm>
        </p:spPr>
        <p:txBody>
          <a:bodyPr>
            <a:noAutofit/>
          </a:bodyPr>
          <a:lstStyle/>
          <a:p>
            <a:pPr algn="ctr" eaLnBrk="1" fontAlgn="auto" hangingPunct="1">
              <a:spcAft>
                <a:spcPts val="0"/>
              </a:spcAft>
              <a:defRPr/>
            </a:pPr>
            <a:r>
              <a:rPr lang="en-US" sz="3200" b="1" spc="-273" dirty="0">
                <a:solidFill>
                  <a:schemeClr val="accent1"/>
                </a:solidFill>
                <a:ea typeface="Glock Grotesk"/>
                <a:cs typeface="Glock Grotesk"/>
                <a:sym typeface="Glock Grotesk"/>
              </a:rPr>
              <a:t>Introduction</a:t>
            </a:r>
            <a:br>
              <a:rPr lang="en-US" sz="3200" b="1" spc="-273" dirty="0">
                <a:solidFill>
                  <a:schemeClr val="accent1"/>
                </a:solidFill>
                <a:latin typeface="Glock Grotesk" panose="020B0604020202020204" charset="0"/>
                <a:ea typeface="Glock Grotesk"/>
                <a:cs typeface="Glock Grotesk"/>
                <a:sym typeface="Glock Grotesk"/>
              </a:rPr>
            </a:br>
            <a:endParaRPr lang="en-US" sz="3200" b="1" dirty="0">
              <a:solidFill>
                <a:schemeClr val="accent1"/>
              </a:solidFill>
              <a:ea typeface="+mj-ea"/>
              <a:cs typeface="+mj-cs"/>
            </a:endParaRPr>
          </a:p>
        </p:txBody>
      </p:sp>
      <p:sp>
        <p:nvSpPr>
          <p:cNvPr id="20484" name="Rectangle 7">
            <a:extLst>
              <a:ext uri="{FF2B5EF4-FFF2-40B4-BE49-F238E27FC236}">
                <a16:creationId xmlns:a16="http://schemas.microsoft.com/office/drawing/2014/main" id="{65502CD5-9556-F619-EFB6-ECB3A1E5A533}"/>
              </a:ext>
            </a:extLst>
          </p:cNvPr>
          <p:cNvSpPr>
            <a:spLocks noChangeArrowheads="1"/>
          </p:cNvSpPr>
          <p:nvPr/>
        </p:nvSpPr>
        <p:spPr bwMode="auto">
          <a:xfrm>
            <a:off x="8270875" y="5800725"/>
            <a:ext cx="3127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entury Schoolbook" panose="02040604050505020304" pitchFamily="18" charset="0"/>
                <a:cs typeface="Arial" panose="020B0604020202020204" pitchFamily="34" charset="0"/>
              </a:defRPr>
            </a:lvl1pPr>
            <a:lvl2pPr marL="742950" indent="-285750" eaLnBrk="0" hangingPunct="0">
              <a:defRPr>
                <a:solidFill>
                  <a:schemeClr val="tx1"/>
                </a:solidFill>
                <a:latin typeface="Century Schoolbook" panose="02040604050505020304" pitchFamily="18" charset="0"/>
                <a:cs typeface="Arial" panose="020B0604020202020204" pitchFamily="34" charset="0"/>
              </a:defRPr>
            </a:lvl2pPr>
            <a:lvl3pPr marL="1143000" indent="-228600" eaLnBrk="0" hangingPunct="0">
              <a:defRPr>
                <a:solidFill>
                  <a:schemeClr val="tx1"/>
                </a:solidFill>
                <a:latin typeface="Century Schoolbook" panose="02040604050505020304" pitchFamily="18" charset="0"/>
                <a:cs typeface="Arial" panose="020B0604020202020204" pitchFamily="34" charset="0"/>
              </a:defRPr>
            </a:lvl3pPr>
            <a:lvl4pPr marL="1600200" indent="-228600" eaLnBrk="0" hangingPunct="0">
              <a:defRPr>
                <a:solidFill>
                  <a:schemeClr val="tx1"/>
                </a:solidFill>
                <a:latin typeface="Century Schoolbook" panose="02040604050505020304" pitchFamily="18" charset="0"/>
                <a:cs typeface="Arial" panose="020B0604020202020204" pitchFamily="34" charset="0"/>
              </a:defRPr>
            </a:lvl4pPr>
            <a:lvl5pPr marL="2057400" indent="-228600" eaLnBrk="0" hangingPunct="0">
              <a:defRPr>
                <a:solidFill>
                  <a:schemeClr val="tx1"/>
                </a:solidFill>
                <a:latin typeface="Century Schoolbook" panose="02040604050505020304" pitchFamily="18" charset="0"/>
                <a:cs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9pPr>
          </a:lstStyle>
          <a:p>
            <a:pPr eaLnBrk="1" hangingPunct="1"/>
            <a:fld id="{5EACE51F-7A74-4C4E-B9CC-8A009E94C926}" type="slidenum">
              <a:rPr lang="en-US" altLang="en-US"/>
              <a:pPr eaLnBrk="1" hangingPunct="1"/>
              <a:t>4</a:t>
            </a:fld>
            <a:endParaRPr lang="en-US" altLang="en-US" sz="1400"/>
          </a:p>
        </p:txBody>
      </p:sp>
      <p:sp>
        <p:nvSpPr>
          <p:cNvPr id="20485" name="Rectangle 2">
            <a:extLst>
              <a:ext uri="{FF2B5EF4-FFF2-40B4-BE49-F238E27FC236}">
                <a16:creationId xmlns:a16="http://schemas.microsoft.com/office/drawing/2014/main" id="{FD367B40-3EA8-ED0F-7699-EAC1814F52CE}"/>
              </a:ext>
            </a:extLst>
          </p:cNvPr>
          <p:cNvSpPr>
            <a:spLocks noChangeArrowheads="1"/>
          </p:cNvSpPr>
          <p:nvPr/>
        </p:nvSpPr>
        <p:spPr bwMode="auto">
          <a:xfrm>
            <a:off x="0" y="3048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Century Schoolbook" panose="02040604050505020304" pitchFamily="18" charset="0"/>
                <a:cs typeface="Arial" panose="020B0604020202020204" pitchFamily="34" charset="0"/>
              </a:defRPr>
            </a:lvl1pPr>
            <a:lvl2pPr marL="742950" indent="-285750" eaLnBrk="0" hangingPunct="0">
              <a:defRPr>
                <a:solidFill>
                  <a:schemeClr val="tx1"/>
                </a:solidFill>
                <a:latin typeface="Century Schoolbook" panose="02040604050505020304" pitchFamily="18" charset="0"/>
                <a:cs typeface="Arial" panose="020B0604020202020204" pitchFamily="34" charset="0"/>
              </a:defRPr>
            </a:lvl2pPr>
            <a:lvl3pPr marL="1143000" indent="-228600" eaLnBrk="0" hangingPunct="0">
              <a:defRPr>
                <a:solidFill>
                  <a:schemeClr val="tx1"/>
                </a:solidFill>
                <a:latin typeface="Century Schoolbook" panose="02040604050505020304" pitchFamily="18" charset="0"/>
                <a:cs typeface="Arial" panose="020B0604020202020204" pitchFamily="34" charset="0"/>
              </a:defRPr>
            </a:lvl3pPr>
            <a:lvl4pPr marL="1600200" indent="-228600" eaLnBrk="0" hangingPunct="0">
              <a:defRPr>
                <a:solidFill>
                  <a:schemeClr val="tx1"/>
                </a:solidFill>
                <a:latin typeface="Century Schoolbook" panose="02040604050505020304" pitchFamily="18" charset="0"/>
                <a:cs typeface="Arial" panose="020B0604020202020204" pitchFamily="34" charset="0"/>
              </a:defRPr>
            </a:lvl4pPr>
            <a:lvl5pPr marL="2057400" indent="-228600" eaLnBrk="0" hangingPunct="0">
              <a:defRPr>
                <a:solidFill>
                  <a:schemeClr val="tx1"/>
                </a:solidFill>
                <a:latin typeface="Century Schoolbook" panose="02040604050505020304" pitchFamily="18" charset="0"/>
                <a:cs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9pPr>
          </a:lstStyle>
          <a:p>
            <a:pPr eaLnBrk="1" hangingPunct="1"/>
            <a:endParaRPr lang="en-US" altLang="en-US"/>
          </a:p>
        </p:txBody>
      </p:sp>
      <p:sp>
        <p:nvSpPr>
          <p:cNvPr id="20486" name="Footer Placeholder 4">
            <a:extLst>
              <a:ext uri="{FF2B5EF4-FFF2-40B4-BE49-F238E27FC236}">
                <a16:creationId xmlns:a16="http://schemas.microsoft.com/office/drawing/2014/main" id="{371E3217-A33C-25DB-59F5-F7CA9140AB55}"/>
              </a:ext>
            </a:extLst>
          </p:cNvPr>
          <p:cNvSpPr txBox="1">
            <a:spLocks noChangeArrowheads="1"/>
          </p:cNvSpPr>
          <p:nvPr/>
        </p:nvSpPr>
        <p:spPr bwMode="auto">
          <a:xfrm>
            <a:off x="0" y="6492875"/>
            <a:ext cx="91440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entury Schoolbook" panose="02040604050505020304" pitchFamily="18" charset="0"/>
                <a:cs typeface="Arial" panose="020B0604020202020204" pitchFamily="34" charset="0"/>
              </a:defRPr>
            </a:lvl1pPr>
            <a:lvl2pPr marL="742950" indent="-285750" eaLnBrk="0" hangingPunct="0">
              <a:defRPr>
                <a:solidFill>
                  <a:schemeClr val="tx1"/>
                </a:solidFill>
                <a:latin typeface="Century Schoolbook" panose="02040604050505020304" pitchFamily="18" charset="0"/>
                <a:cs typeface="Arial" panose="020B0604020202020204" pitchFamily="34" charset="0"/>
              </a:defRPr>
            </a:lvl2pPr>
            <a:lvl3pPr marL="1143000" indent="-228600" eaLnBrk="0" hangingPunct="0">
              <a:defRPr>
                <a:solidFill>
                  <a:schemeClr val="tx1"/>
                </a:solidFill>
                <a:latin typeface="Century Schoolbook" panose="02040604050505020304" pitchFamily="18" charset="0"/>
                <a:cs typeface="Arial" panose="020B0604020202020204" pitchFamily="34" charset="0"/>
              </a:defRPr>
            </a:lvl3pPr>
            <a:lvl4pPr marL="1600200" indent="-228600" eaLnBrk="0" hangingPunct="0">
              <a:defRPr>
                <a:solidFill>
                  <a:schemeClr val="tx1"/>
                </a:solidFill>
                <a:latin typeface="Century Schoolbook" panose="02040604050505020304" pitchFamily="18" charset="0"/>
                <a:cs typeface="Arial" panose="020B0604020202020204" pitchFamily="34" charset="0"/>
              </a:defRPr>
            </a:lvl4pPr>
            <a:lvl5pPr marL="2057400" indent="-228600" eaLnBrk="0" hangingPunct="0">
              <a:defRPr>
                <a:solidFill>
                  <a:schemeClr val="tx1"/>
                </a:solidFill>
                <a:latin typeface="Century Schoolbook" panose="02040604050505020304" pitchFamily="18" charset="0"/>
                <a:cs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9pPr>
          </a:lstStyle>
          <a:p>
            <a:pPr eaLnBrk="1" hangingPunct="1"/>
            <a:r>
              <a:rPr lang="en-US" altLang="en-US" sz="1200" dirty="0">
                <a:solidFill>
                  <a:schemeClr val="tx2"/>
                </a:solidFill>
              </a:rPr>
              <a:t> LGNSCOE, Nashik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551" name="Rectangle 21550">
            <a:extLst>
              <a:ext uri="{FF2B5EF4-FFF2-40B4-BE49-F238E27FC236}">
                <a16:creationId xmlns:a16="http://schemas.microsoft.com/office/drawing/2014/main" id="{1A95671B-3CC6-4792-9114-B74FAEA224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9F23C2C3-0C07-7F15-FA40-9CEE5429217A}"/>
              </a:ext>
            </a:extLst>
          </p:cNvPr>
          <p:cNvSpPr>
            <a:spLocks noGrp="1"/>
          </p:cNvSpPr>
          <p:nvPr>
            <p:ph type="title"/>
          </p:nvPr>
        </p:nvSpPr>
        <p:spPr>
          <a:xfrm>
            <a:off x="756138" y="174032"/>
            <a:ext cx="7631723" cy="1111843"/>
          </a:xfrm>
        </p:spPr>
        <p:txBody>
          <a:bodyPr vert="horz" lIns="91440" tIns="45720" rIns="91440" bIns="45720" rtlCol="0" anchor="ctr">
            <a:normAutofit/>
          </a:bodyPr>
          <a:lstStyle/>
          <a:p>
            <a:pPr algn="ctr" eaLnBrk="1" fontAlgn="auto" hangingPunct="1">
              <a:lnSpc>
                <a:spcPct val="90000"/>
              </a:lnSpc>
              <a:spcAft>
                <a:spcPts val="0"/>
              </a:spcAft>
              <a:defRPr/>
            </a:pPr>
            <a:r>
              <a:rPr lang="en-US" sz="3500" b="1" kern="1200">
                <a:solidFill>
                  <a:schemeClr val="tx1"/>
                </a:solidFill>
                <a:latin typeface="+mj-lt"/>
                <a:ea typeface="+mj-ea"/>
                <a:cs typeface="+mj-cs"/>
              </a:rPr>
              <a:t>Literature Survey</a:t>
            </a:r>
          </a:p>
        </p:txBody>
      </p:sp>
      <p:sp>
        <p:nvSpPr>
          <p:cNvPr id="21544" name="Footer Placeholder 4">
            <a:extLst>
              <a:ext uri="{FF2B5EF4-FFF2-40B4-BE49-F238E27FC236}">
                <a16:creationId xmlns:a16="http://schemas.microsoft.com/office/drawing/2014/main" id="{5AF77D32-B2CC-E983-079F-7F6B036D421B}"/>
              </a:ext>
            </a:extLst>
          </p:cNvPr>
          <p:cNvSpPr txBox="1">
            <a:spLocks noChangeArrowheads="1"/>
          </p:cNvSpPr>
          <p:nvPr/>
        </p:nvSpPr>
        <p:spPr bwMode="auto">
          <a:xfrm>
            <a:off x="609414" y="5584562"/>
            <a:ext cx="7631722" cy="767904"/>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eaLnBrk="0" hangingPunct="0">
              <a:defRPr>
                <a:solidFill>
                  <a:schemeClr val="tx1"/>
                </a:solidFill>
                <a:latin typeface="Century Schoolbook" panose="02040604050505020304" pitchFamily="18" charset="0"/>
                <a:cs typeface="Arial" panose="020B0604020202020204" pitchFamily="34" charset="0"/>
              </a:defRPr>
            </a:lvl1pPr>
            <a:lvl2pPr marL="742950" indent="-285750" eaLnBrk="0" hangingPunct="0">
              <a:defRPr>
                <a:solidFill>
                  <a:schemeClr val="tx1"/>
                </a:solidFill>
                <a:latin typeface="Century Schoolbook" panose="02040604050505020304" pitchFamily="18" charset="0"/>
                <a:cs typeface="Arial" panose="020B0604020202020204" pitchFamily="34" charset="0"/>
              </a:defRPr>
            </a:lvl2pPr>
            <a:lvl3pPr marL="1143000" indent="-228600" eaLnBrk="0" hangingPunct="0">
              <a:defRPr>
                <a:solidFill>
                  <a:schemeClr val="tx1"/>
                </a:solidFill>
                <a:latin typeface="Century Schoolbook" panose="02040604050505020304" pitchFamily="18" charset="0"/>
                <a:cs typeface="Arial" panose="020B0604020202020204" pitchFamily="34" charset="0"/>
              </a:defRPr>
            </a:lvl3pPr>
            <a:lvl4pPr marL="1600200" indent="-228600" eaLnBrk="0" hangingPunct="0">
              <a:defRPr>
                <a:solidFill>
                  <a:schemeClr val="tx1"/>
                </a:solidFill>
                <a:latin typeface="Century Schoolbook" panose="02040604050505020304" pitchFamily="18" charset="0"/>
                <a:cs typeface="Arial" panose="020B0604020202020204" pitchFamily="34" charset="0"/>
              </a:defRPr>
            </a:lvl4pPr>
            <a:lvl5pPr marL="2057400" indent="-228600" eaLnBrk="0" hangingPunct="0">
              <a:defRPr>
                <a:solidFill>
                  <a:schemeClr val="tx1"/>
                </a:solidFill>
                <a:latin typeface="Century Schoolbook" panose="02040604050505020304" pitchFamily="18" charset="0"/>
                <a:cs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9pPr>
          </a:lstStyle>
          <a:p>
            <a:pPr algn="ctr" eaLnBrk="1" hangingPunct="1">
              <a:lnSpc>
                <a:spcPct val="90000"/>
              </a:lnSpc>
              <a:spcAft>
                <a:spcPts val="600"/>
              </a:spcAft>
            </a:pPr>
            <a:r>
              <a:rPr lang="en-US" altLang="en-US" sz="1700" dirty="0">
                <a:latin typeface="+mn-lt"/>
                <a:cs typeface="+mn-cs"/>
              </a:rPr>
              <a:t>                            	     </a:t>
            </a:r>
          </a:p>
        </p:txBody>
      </p:sp>
      <p:graphicFrame>
        <p:nvGraphicFramePr>
          <p:cNvPr id="2" name="Table 1">
            <a:extLst>
              <a:ext uri="{FF2B5EF4-FFF2-40B4-BE49-F238E27FC236}">
                <a16:creationId xmlns:a16="http://schemas.microsoft.com/office/drawing/2014/main" id="{220C4724-5A8A-78F5-8A4D-3D656B8BAA86}"/>
              </a:ext>
            </a:extLst>
          </p:cNvPr>
          <p:cNvGraphicFramePr>
            <a:graphicFrameLocks noGrp="1"/>
          </p:cNvGraphicFramePr>
          <p:nvPr>
            <p:extLst>
              <p:ext uri="{D42A27DB-BD31-4B8C-83A1-F6EECF244321}">
                <p14:modId xmlns:p14="http://schemas.microsoft.com/office/powerpoint/2010/main" val="1211501586"/>
              </p:ext>
            </p:extLst>
          </p:nvPr>
        </p:nvGraphicFramePr>
        <p:xfrm>
          <a:off x="341869" y="1285875"/>
          <a:ext cx="8421023" cy="5191045"/>
        </p:xfrm>
        <a:graphic>
          <a:graphicData uri="http://schemas.openxmlformats.org/drawingml/2006/table">
            <a:tbl>
              <a:tblPr firstRow="1" bandRow="1">
                <a:tableStyleId>{35758FB7-9AC5-4552-8A53-C91805E547FA}</a:tableStyleId>
              </a:tblPr>
              <a:tblGrid>
                <a:gridCol w="604297">
                  <a:extLst>
                    <a:ext uri="{9D8B030D-6E8A-4147-A177-3AD203B41FA5}">
                      <a16:colId xmlns:a16="http://schemas.microsoft.com/office/drawing/2014/main" val="216919434"/>
                    </a:ext>
                  </a:extLst>
                </a:gridCol>
                <a:gridCol w="2249783">
                  <a:extLst>
                    <a:ext uri="{9D8B030D-6E8A-4147-A177-3AD203B41FA5}">
                      <a16:colId xmlns:a16="http://schemas.microsoft.com/office/drawing/2014/main" val="144422193"/>
                    </a:ext>
                  </a:extLst>
                </a:gridCol>
                <a:gridCol w="675938">
                  <a:extLst>
                    <a:ext uri="{9D8B030D-6E8A-4147-A177-3AD203B41FA5}">
                      <a16:colId xmlns:a16="http://schemas.microsoft.com/office/drawing/2014/main" val="284038358"/>
                    </a:ext>
                  </a:extLst>
                </a:gridCol>
                <a:gridCol w="1665111">
                  <a:extLst>
                    <a:ext uri="{9D8B030D-6E8A-4147-A177-3AD203B41FA5}">
                      <a16:colId xmlns:a16="http://schemas.microsoft.com/office/drawing/2014/main" val="1199144157"/>
                    </a:ext>
                  </a:extLst>
                </a:gridCol>
                <a:gridCol w="1722988">
                  <a:extLst>
                    <a:ext uri="{9D8B030D-6E8A-4147-A177-3AD203B41FA5}">
                      <a16:colId xmlns:a16="http://schemas.microsoft.com/office/drawing/2014/main" val="4192039278"/>
                    </a:ext>
                  </a:extLst>
                </a:gridCol>
                <a:gridCol w="1502906">
                  <a:extLst>
                    <a:ext uri="{9D8B030D-6E8A-4147-A177-3AD203B41FA5}">
                      <a16:colId xmlns:a16="http://schemas.microsoft.com/office/drawing/2014/main" val="3064548477"/>
                    </a:ext>
                  </a:extLst>
                </a:gridCol>
              </a:tblGrid>
              <a:tr h="493786">
                <a:tc>
                  <a:txBody>
                    <a:bodyPr/>
                    <a:lstStyle/>
                    <a:p>
                      <a:pPr algn="ctr"/>
                      <a:r>
                        <a:rPr lang="en-IN" sz="1100" b="1" dirty="0">
                          <a:solidFill>
                            <a:srgbClr val="002060"/>
                          </a:solidFill>
                        </a:rPr>
                        <a:t>Sr. No.</a:t>
                      </a:r>
                      <a:endParaRPr lang="en-IN" sz="1100" dirty="0">
                        <a:solidFill>
                          <a:srgbClr val="002060"/>
                        </a:solidFill>
                      </a:endParaRPr>
                    </a:p>
                  </a:txBody>
                  <a:tcPr marL="11172" marR="11172" marT="5586" marB="5586" anchor="ctr"/>
                </a:tc>
                <a:tc>
                  <a:txBody>
                    <a:bodyPr/>
                    <a:lstStyle/>
                    <a:p>
                      <a:pPr algn="ctr"/>
                      <a:r>
                        <a:rPr lang="en-IN" sz="1100" b="1" dirty="0">
                          <a:solidFill>
                            <a:srgbClr val="002060"/>
                          </a:solidFill>
                        </a:rPr>
                        <a:t>Author / Source</a:t>
                      </a:r>
                      <a:endParaRPr lang="en-IN" sz="1100" dirty="0">
                        <a:solidFill>
                          <a:srgbClr val="002060"/>
                        </a:solidFill>
                      </a:endParaRPr>
                    </a:p>
                  </a:txBody>
                  <a:tcPr marL="11172" marR="11172" marT="5586" marB="5586" anchor="ctr"/>
                </a:tc>
                <a:tc>
                  <a:txBody>
                    <a:bodyPr/>
                    <a:lstStyle/>
                    <a:p>
                      <a:pPr algn="ctr"/>
                      <a:r>
                        <a:rPr lang="en-IN" sz="1100" b="1">
                          <a:solidFill>
                            <a:srgbClr val="002060"/>
                          </a:solidFill>
                        </a:rPr>
                        <a:t>Year</a:t>
                      </a:r>
                      <a:endParaRPr lang="en-IN" sz="1100">
                        <a:solidFill>
                          <a:srgbClr val="002060"/>
                        </a:solidFill>
                      </a:endParaRPr>
                    </a:p>
                  </a:txBody>
                  <a:tcPr marL="11172" marR="11172" marT="5586" marB="5586" anchor="ctr"/>
                </a:tc>
                <a:tc>
                  <a:txBody>
                    <a:bodyPr/>
                    <a:lstStyle/>
                    <a:p>
                      <a:pPr algn="ctr"/>
                      <a:r>
                        <a:rPr lang="en-IN" sz="1100" b="1">
                          <a:solidFill>
                            <a:srgbClr val="002060"/>
                          </a:solidFill>
                        </a:rPr>
                        <a:t>Method / Technology Used</a:t>
                      </a:r>
                      <a:endParaRPr lang="en-IN" sz="1100">
                        <a:solidFill>
                          <a:srgbClr val="002060"/>
                        </a:solidFill>
                      </a:endParaRPr>
                    </a:p>
                  </a:txBody>
                  <a:tcPr marL="11172" marR="11172" marT="5586" marB="5586" anchor="ctr"/>
                </a:tc>
                <a:tc>
                  <a:txBody>
                    <a:bodyPr/>
                    <a:lstStyle/>
                    <a:p>
                      <a:pPr algn="ctr"/>
                      <a:r>
                        <a:rPr lang="en-IN" sz="1100" b="1">
                          <a:solidFill>
                            <a:srgbClr val="002060"/>
                          </a:solidFill>
                        </a:rPr>
                        <a:t>Advantages</a:t>
                      </a:r>
                      <a:endParaRPr lang="en-IN" sz="1100">
                        <a:solidFill>
                          <a:srgbClr val="002060"/>
                        </a:solidFill>
                      </a:endParaRPr>
                    </a:p>
                  </a:txBody>
                  <a:tcPr marL="11172" marR="11172" marT="5586" marB="5586" anchor="ctr"/>
                </a:tc>
                <a:tc>
                  <a:txBody>
                    <a:bodyPr/>
                    <a:lstStyle/>
                    <a:p>
                      <a:pPr algn="ctr"/>
                      <a:r>
                        <a:rPr lang="en-IN" sz="1100" b="1">
                          <a:solidFill>
                            <a:srgbClr val="002060"/>
                          </a:solidFill>
                        </a:rPr>
                        <a:t>Limitations / Gaps Identified</a:t>
                      </a:r>
                      <a:endParaRPr lang="en-IN" sz="1100">
                        <a:solidFill>
                          <a:srgbClr val="002060"/>
                        </a:solidFill>
                      </a:endParaRPr>
                    </a:p>
                  </a:txBody>
                  <a:tcPr marL="11172" marR="11172" marT="5586" marB="5586" anchor="ctr"/>
                </a:tc>
                <a:extLst>
                  <a:ext uri="{0D108BD9-81ED-4DB2-BD59-A6C34878D82A}">
                    <a16:rowId xmlns:a16="http://schemas.microsoft.com/office/drawing/2014/main" val="3843978414"/>
                  </a:ext>
                </a:extLst>
              </a:tr>
              <a:tr h="721548">
                <a:tc>
                  <a:txBody>
                    <a:bodyPr/>
                    <a:lstStyle/>
                    <a:p>
                      <a:pPr algn="ctr"/>
                      <a:r>
                        <a:rPr lang="en-IN" sz="1100">
                          <a:solidFill>
                            <a:srgbClr val="002060"/>
                          </a:solidFill>
                        </a:rPr>
                        <a:t>1</a:t>
                      </a:r>
                    </a:p>
                  </a:txBody>
                  <a:tcPr marL="11172" marR="11172" marT="5586" marB="5586" anchor="ctr"/>
                </a:tc>
                <a:tc>
                  <a:txBody>
                    <a:bodyPr/>
                    <a:lstStyle/>
                    <a:p>
                      <a:pPr algn="ctr"/>
                      <a:r>
                        <a:rPr lang="en-IN" sz="1100" dirty="0">
                          <a:solidFill>
                            <a:srgbClr val="002060"/>
                          </a:solidFill>
                        </a:rPr>
                        <a:t>IEEE – GSM Accident Alert System</a:t>
                      </a:r>
                    </a:p>
                  </a:txBody>
                  <a:tcPr marL="11172" marR="11172" marT="5586" marB="5586" anchor="ctr"/>
                </a:tc>
                <a:tc>
                  <a:txBody>
                    <a:bodyPr/>
                    <a:lstStyle/>
                    <a:p>
                      <a:pPr algn="ctr"/>
                      <a:r>
                        <a:rPr lang="en-IN" sz="1100">
                          <a:solidFill>
                            <a:srgbClr val="002060"/>
                          </a:solidFill>
                        </a:rPr>
                        <a:t>2019</a:t>
                      </a:r>
                    </a:p>
                  </a:txBody>
                  <a:tcPr marL="11172" marR="11172" marT="5586" marB="5586" anchor="ctr"/>
                </a:tc>
                <a:tc>
                  <a:txBody>
                    <a:bodyPr/>
                    <a:lstStyle/>
                    <a:p>
                      <a:pPr algn="ctr"/>
                      <a:r>
                        <a:rPr lang="en-IN" sz="1100">
                          <a:solidFill>
                            <a:srgbClr val="002060"/>
                          </a:solidFill>
                        </a:rPr>
                        <a:t>Accelerometer sensor + GSM module</a:t>
                      </a:r>
                    </a:p>
                  </a:txBody>
                  <a:tcPr marL="11172" marR="11172" marT="5586" marB="5586" anchor="ctr"/>
                </a:tc>
                <a:tc>
                  <a:txBody>
                    <a:bodyPr/>
                    <a:lstStyle/>
                    <a:p>
                      <a:pPr algn="ctr"/>
                      <a:r>
                        <a:rPr lang="en-IN" sz="1100">
                          <a:solidFill>
                            <a:srgbClr val="002060"/>
                          </a:solidFill>
                        </a:rPr>
                        <a:t>Simple implementation, SMS alerts</a:t>
                      </a:r>
                    </a:p>
                  </a:txBody>
                  <a:tcPr marL="11172" marR="11172" marT="5586" marB="5586" anchor="ctr"/>
                </a:tc>
                <a:tc>
                  <a:txBody>
                    <a:bodyPr/>
                    <a:lstStyle/>
                    <a:p>
                      <a:pPr algn="ctr"/>
                      <a:r>
                        <a:rPr lang="en-US" sz="1100">
                          <a:solidFill>
                            <a:srgbClr val="002060"/>
                          </a:solidFill>
                        </a:rPr>
                        <a:t>High false positives due to bumps; no cloud dashboard</a:t>
                      </a:r>
                    </a:p>
                  </a:txBody>
                  <a:tcPr marL="11172" marR="11172" marT="5586" marB="5586" anchor="ctr"/>
                </a:tc>
                <a:extLst>
                  <a:ext uri="{0D108BD9-81ED-4DB2-BD59-A6C34878D82A}">
                    <a16:rowId xmlns:a16="http://schemas.microsoft.com/office/drawing/2014/main" val="208470472"/>
                  </a:ext>
                </a:extLst>
              </a:tr>
              <a:tr h="866147">
                <a:tc>
                  <a:txBody>
                    <a:bodyPr/>
                    <a:lstStyle/>
                    <a:p>
                      <a:pPr algn="ctr"/>
                      <a:r>
                        <a:rPr lang="en-IN" sz="1100">
                          <a:solidFill>
                            <a:srgbClr val="002060"/>
                          </a:solidFill>
                        </a:rPr>
                        <a:t>2</a:t>
                      </a:r>
                    </a:p>
                  </a:txBody>
                  <a:tcPr marL="11172" marR="11172" marT="5586" marB="5586" anchor="ctr"/>
                </a:tc>
                <a:tc>
                  <a:txBody>
                    <a:bodyPr/>
                    <a:lstStyle/>
                    <a:p>
                      <a:pPr algn="ctr"/>
                      <a:r>
                        <a:rPr lang="en-IN" sz="1100" dirty="0">
                          <a:solidFill>
                            <a:srgbClr val="002060"/>
                          </a:solidFill>
                        </a:rPr>
                        <a:t>IJERT – IoT Accident Monitoring</a:t>
                      </a:r>
                    </a:p>
                  </a:txBody>
                  <a:tcPr marL="11172" marR="11172" marT="5586" marB="5586" anchor="ctr"/>
                </a:tc>
                <a:tc>
                  <a:txBody>
                    <a:bodyPr/>
                    <a:lstStyle/>
                    <a:p>
                      <a:pPr algn="ctr"/>
                      <a:r>
                        <a:rPr lang="en-IN" sz="1100" dirty="0">
                          <a:solidFill>
                            <a:srgbClr val="002060"/>
                          </a:solidFill>
                        </a:rPr>
                        <a:t>2020</a:t>
                      </a:r>
                    </a:p>
                  </a:txBody>
                  <a:tcPr marL="11172" marR="11172" marT="5586" marB="5586" anchor="ctr"/>
                </a:tc>
                <a:tc>
                  <a:txBody>
                    <a:bodyPr/>
                    <a:lstStyle/>
                    <a:p>
                      <a:pPr algn="ctr"/>
                      <a:r>
                        <a:rPr lang="en-IN" sz="1100">
                          <a:solidFill>
                            <a:srgbClr val="002060"/>
                          </a:solidFill>
                        </a:rPr>
                        <a:t>GSM + GPS + Microcontroller</a:t>
                      </a:r>
                    </a:p>
                  </a:txBody>
                  <a:tcPr marL="11172" marR="11172" marT="5586" marB="5586" anchor="ctr"/>
                </a:tc>
                <a:tc>
                  <a:txBody>
                    <a:bodyPr/>
                    <a:lstStyle/>
                    <a:p>
                      <a:pPr algn="ctr"/>
                      <a:r>
                        <a:rPr lang="en-US" sz="1100">
                          <a:solidFill>
                            <a:srgbClr val="002060"/>
                          </a:solidFill>
                        </a:rPr>
                        <a:t>Sends location coordinates; low cost</a:t>
                      </a:r>
                    </a:p>
                  </a:txBody>
                  <a:tcPr marL="11172" marR="11172" marT="5586" marB="5586" anchor="ctr"/>
                </a:tc>
                <a:tc>
                  <a:txBody>
                    <a:bodyPr/>
                    <a:lstStyle/>
                    <a:p>
                      <a:pPr algn="ctr"/>
                      <a:r>
                        <a:rPr lang="en-US" sz="1100">
                          <a:solidFill>
                            <a:srgbClr val="002060"/>
                          </a:solidFill>
                        </a:rPr>
                        <a:t>Poor network reliability; lacks real-time visualization</a:t>
                      </a:r>
                    </a:p>
                  </a:txBody>
                  <a:tcPr marL="11172" marR="11172" marT="5586" marB="5586" anchor="ctr"/>
                </a:tc>
                <a:extLst>
                  <a:ext uri="{0D108BD9-81ED-4DB2-BD59-A6C34878D82A}">
                    <a16:rowId xmlns:a16="http://schemas.microsoft.com/office/drawing/2014/main" val="1633528964"/>
                  </a:ext>
                </a:extLst>
              </a:tr>
              <a:tr h="944917">
                <a:tc>
                  <a:txBody>
                    <a:bodyPr/>
                    <a:lstStyle/>
                    <a:p>
                      <a:pPr algn="ctr"/>
                      <a:r>
                        <a:rPr lang="en-IN" sz="1100">
                          <a:solidFill>
                            <a:srgbClr val="002060"/>
                          </a:solidFill>
                        </a:rPr>
                        <a:t>3</a:t>
                      </a:r>
                    </a:p>
                  </a:txBody>
                  <a:tcPr marL="11172" marR="11172" marT="5586" marB="5586" anchor="ctr"/>
                </a:tc>
                <a:tc>
                  <a:txBody>
                    <a:bodyPr/>
                    <a:lstStyle/>
                    <a:p>
                      <a:pPr algn="ctr"/>
                      <a:r>
                        <a:rPr lang="en-IN" sz="1100" dirty="0">
                          <a:solidFill>
                            <a:srgbClr val="002060"/>
                          </a:solidFill>
                        </a:rPr>
                        <a:t>Elsevier – Smartphone Sensor Detection</a:t>
                      </a:r>
                    </a:p>
                  </a:txBody>
                  <a:tcPr marL="11172" marR="11172" marT="5586" marB="5586" anchor="ctr"/>
                </a:tc>
                <a:tc>
                  <a:txBody>
                    <a:bodyPr/>
                    <a:lstStyle/>
                    <a:p>
                      <a:pPr algn="ctr"/>
                      <a:r>
                        <a:rPr lang="en-IN" sz="1100" dirty="0">
                          <a:solidFill>
                            <a:srgbClr val="002060"/>
                          </a:solidFill>
                        </a:rPr>
                        <a:t>2020</a:t>
                      </a:r>
                    </a:p>
                  </a:txBody>
                  <a:tcPr marL="11172" marR="11172" marT="5586" marB="5586" anchor="ctr"/>
                </a:tc>
                <a:tc>
                  <a:txBody>
                    <a:bodyPr/>
                    <a:lstStyle/>
                    <a:p>
                      <a:pPr algn="ctr"/>
                      <a:r>
                        <a:rPr lang="en-IN" sz="1100" dirty="0">
                          <a:solidFill>
                            <a:srgbClr val="002060"/>
                          </a:solidFill>
                        </a:rPr>
                        <a:t>Smartphone accelerometer + Gyroscope</a:t>
                      </a:r>
                    </a:p>
                  </a:txBody>
                  <a:tcPr marL="11172" marR="11172" marT="5586" marB="5586" anchor="ctr"/>
                </a:tc>
                <a:tc>
                  <a:txBody>
                    <a:bodyPr/>
                    <a:lstStyle/>
                    <a:p>
                      <a:pPr algn="ctr"/>
                      <a:r>
                        <a:rPr lang="en-IN" sz="1100">
                          <a:solidFill>
                            <a:srgbClr val="002060"/>
                          </a:solidFill>
                        </a:rPr>
                        <a:t>No additional hardware required</a:t>
                      </a:r>
                    </a:p>
                  </a:txBody>
                  <a:tcPr marL="11172" marR="11172" marT="5586" marB="5586" anchor="ctr"/>
                </a:tc>
                <a:tc>
                  <a:txBody>
                    <a:bodyPr/>
                    <a:lstStyle/>
                    <a:p>
                      <a:pPr algn="ctr"/>
                      <a:r>
                        <a:rPr lang="en-US" sz="1100">
                          <a:solidFill>
                            <a:srgbClr val="002060"/>
                          </a:solidFill>
                        </a:rPr>
                        <a:t>Dependent on battery, user presence; phone damage risk</a:t>
                      </a:r>
                    </a:p>
                  </a:txBody>
                  <a:tcPr marL="11172" marR="11172" marT="5586" marB="5586" anchor="ctr"/>
                </a:tc>
                <a:extLst>
                  <a:ext uri="{0D108BD9-81ED-4DB2-BD59-A6C34878D82A}">
                    <a16:rowId xmlns:a16="http://schemas.microsoft.com/office/drawing/2014/main" val="1292418208"/>
                  </a:ext>
                </a:extLst>
              </a:tr>
              <a:tr h="949313">
                <a:tc>
                  <a:txBody>
                    <a:bodyPr/>
                    <a:lstStyle/>
                    <a:p>
                      <a:pPr algn="ctr"/>
                      <a:r>
                        <a:rPr lang="en-IN" sz="1100">
                          <a:solidFill>
                            <a:srgbClr val="002060"/>
                          </a:solidFill>
                        </a:rPr>
                        <a:t>4</a:t>
                      </a:r>
                    </a:p>
                  </a:txBody>
                  <a:tcPr marL="11172" marR="11172" marT="5586" marB="5586" anchor="ctr"/>
                </a:tc>
                <a:tc>
                  <a:txBody>
                    <a:bodyPr/>
                    <a:lstStyle/>
                    <a:p>
                      <a:pPr algn="ctr"/>
                      <a:r>
                        <a:rPr lang="en-IN" sz="1100">
                          <a:solidFill>
                            <a:srgbClr val="002060"/>
                          </a:solidFill>
                        </a:rPr>
                        <a:t>Springer – ML-based Crash Detection</a:t>
                      </a:r>
                    </a:p>
                  </a:txBody>
                  <a:tcPr marL="11172" marR="11172" marT="5586" marB="5586" anchor="ctr"/>
                </a:tc>
                <a:tc>
                  <a:txBody>
                    <a:bodyPr/>
                    <a:lstStyle/>
                    <a:p>
                      <a:pPr algn="ctr"/>
                      <a:r>
                        <a:rPr lang="en-IN" sz="1100" dirty="0">
                          <a:solidFill>
                            <a:srgbClr val="002060"/>
                          </a:solidFill>
                        </a:rPr>
                        <a:t>2021</a:t>
                      </a:r>
                    </a:p>
                  </a:txBody>
                  <a:tcPr marL="11172" marR="11172" marT="5586" marB="5586" anchor="ctr"/>
                </a:tc>
                <a:tc>
                  <a:txBody>
                    <a:bodyPr/>
                    <a:lstStyle/>
                    <a:p>
                      <a:pPr algn="ctr"/>
                      <a:r>
                        <a:rPr lang="en-US" sz="1100">
                          <a:solidFill>
                            <a:srgbClr val="002060"/>
                          </a:solidFill>
                        </a:rPr>
                        <a:t>Machine Learning (SVM/CNN) crash data classification</a:t>
                      </a:r>
                    </a:p>
                  </a:txBody>
                  <a:tcPr marL="11172" marR="11172" marT="5586" marB="5586" anchor="ctr"/>
                </a:tc>
                <a:tc>
                  <a:txBody>
                    <a:bodyPr/>
                    <a:lstStyle/>
                    <a:p>
                      <a:pPr algn="ctr"/>
                      <a:r>
                        <a:rPr lang="en-US" sz="1100" dirty="0">
                          <a:solidFill>
                            <a:srgbClr val="002060"/>
                          </a:solidFill>
                        </a:rPr>
                        <a:t>Higher accuracy, learns from patterns</a:t>
                      </a:r>
                    </a:p>
                  </a:txBody>
                  <a:tcPr marL="11172" marR="11172" marT="5586" marB="5586" anchor="ctr"/>
                </a:tc>
                <a:tc>
                  <a:txBody>
                    <a:bodyPr/>
                    <a:lstStyle/>
                    <a:p>
                      <a:pPr algn="ctr"/>
                      <a:r>
                        <a:rPr lang="en-US" sz="1100" dirty="0">
                          <a:solidFill>
                            <a:srgbClr val="002060"/>
                          </a:solidFill>
                        </a:rPr>
                        <a:t>Requires complex processing; not suitable for low-power MCUs</a:t>
                      </a:r>
                    </a:p>
                  </a:txBody>
                  <a:tcPr marL="11172" marR="11172" marT="5586" marB="5586" anchor="ctr"/>
                </a:tc>
                <a:extLst>
                  <a:ext uri="{0D108BD9-81ED-4DB2-BD59-A6C34878D82A}">
                    <a16:rowId xmlns:a16="http://schemas.microsoft.com/office/drawing/2014/main" val="1160412861"/>
                  </a:ext>
                </a:extLst>
              </a:tr>
              <a:tr h="493786">
                <a:tc>
                  <a:txBody>
                    <a:bodyPr/>
                    <a:lstStyle/>
                    <a:p>
                      <a:pPr algn="ctr"/>
                      <a:r>
                        <a:rPr lang="en-IN" sz="1100">
                          <a:solidFill>
                            <a:srgbClr val="002060"/>
                          </a:solidFill>
                        </a:rPr>
                        <a:t>5</a:t>
                      </a:r>
                    </a:p>
                  </a:txBody>
                  <a:tcPr marL="11172" marR="11172" marT="5586" marB="5586" anchor="ctr"/>
                </a:tc>
                <a:tc>
                  <a:txBody>
                    <a:bodyPr/>
                    <a:lstStyle/>
                    <a:p>
                      <a:pPr algn="ctr"/>
                      <a:r>
                        <a:rPr lang="en-US" sz="1100">
                          <a:solidFill>
                            <a:srgbClr val="002060"/>
                          </a:solidFill>
                        </a:rPr>
                        <a:t>IEEE – IoT Vehicle Safety Integration</a:t>
                      </a:r>
                    </a:p>
                  </a:txBody>
                  <a:tcPr marL="11172" marR="11172" marT="5586" marB="5586" anchor="ctr"/>
                </a:tc>
                <a:tc>
                  <a:txBody>
                    <a:bodyPr/>
                    <a:lstStyle/>
                    <a:p>
                      <a:pPr algn="ctr"/>
                      <a:r>
                        <a:rPr lang="en-IN" sz="1100">
                          <a:solidFill>
                            <a:srgbClr val="002060"/>
                          </a:solidFill>
                        </a:rPr>
                        <a:t>2021</a:t>
                      </a:r>
                    </a:p>
                  </a:txBody>
                  <a:tcPr marL="11172" marR="11172" marT="5586" marB="5586" anchor="ctr"/>
                </a:tc>
                <a:tc>
                  <a:txBody>
                    <a:bodyPr/>
                    <a:lstStyle/>
                    <a:p>
                      <a:pPr algn="ctr"/>
                      <a:r>
                        <a:rPr lang="en-IN" sz="1100" dirty="0">
                          <a:solidFill>
                            <a:srgbClr val="002060"/>
                          </a:solidFill>
                        </a:rPr>
                        <a:t>GPS + IoT Cloud dashboard</a:t>
                      </a:r>
                    </a:p>
                  </a:txBody>
                  <a:tcPr marL="11172" marR="11172" marT="5586" marB="5586" anchor="ctr"/>
                </a:tc>
                <a:tc>
                  <a:txBody>
                    <a:bodyPr/>
                    <a:lstStyle/>
                    <a:p>
                      <a:pPr algn="ctr"/>
                      <a:r>
                        <a:rPr lang="en-IN" sz="1100">
                          <a:solidFill>
                            <a:srgbClr val="002060"/>
                          </a:solidFill>
                        </a:rPr>
                        <a:t>Enables remote monitoring</a:t>
                      </a:r>
                    </a:p>
                  </a:txBody>
                  <a:tcPr marL="11172" marR="11172" marT="5586" marB="5586" anchor="ctr"/>
                </a:tc>
                <a:tc>
                  <a:txBody>
                    <a:bodyPr/>
                    <a:lstStyle/>
                    <a:p>
                      <a:pPr algn="ctr"/>
                      <a:r>
                        <a:rPr lang="en-US" sz="1100" dirty="0">
                          <a:solidFill>
                            <a:srgbClr val="002060"/>
                          </a:solidFill>
                        </a:rPr>
                        <a:t>Latency issues in remote areas</a:t>
                      </a:r>
                    </a:p>
                  </a:txBody>
                  <a:tcPr marL="11172" marR="11172" marT="5586" marB="5586" anchor="ctr"/>
                </a:tc>
                <a:extLst>
                  <a:ext uri="{0D108BD9-81ED-4DB2-BD59-A6C34878D82A}">
                    <a16:rowId xmlns:a16="http://schemas.microsoft.com/office/drawing/2014/main" val="3960253208"/>
                  </a:ext>
                </a:extLst>
              </a:tr>
              <a:tr h="721548">
                <a:tc>
                  <a:txBody>
                    <a:bodyPr/>
                    <a:lstStyle/>
                    <a:p>
                      <a:pPr algn="ctr"/>
                      <a:r>
                        <a:rPr lang="en-IN" sz="1100">
                          <a:solidFill>
                            <a:srgbClr val="002060"/>
                          </a:solidFill>
                        </a:rPr>
                        <a:t>6</a:t>
                      </a:r>
                    </a:p>
                  </a:txBody>
                  <a:tcPr marL="11172" marR="11172" marT="5586" marB="5586" anchor="ctr"/>
                </a:tc>
                <a:tc>
                  <a:txBody>
                    <a:bodyPr/>
                    <a:lstStyle/>
                    <a:p>
                      <a:pPr algn="ctr"/>
                      <a:r>
                        <a:rPr lang="en-US" sz="1100">
                          <a:solidFill>
                            <a:srgbClr val="002060"/>
                          </a:solidFill>
                        </a:rPr>
                        <a:t>Elsevier – IoT Emergency Routing System</a:t>
                      </a:r>
                    </a:p>
                  </a:txBody>
                  <a:tcPr marL="11172" marR="11172" marT="5586" marB="5586" anchor="ctr"/>
                </a:tc>
                <a:tc>
                  <a:txBody>
                    <a:bodyPr/>
                    <a:lstStyle/>
                    <a:p>
                      <a:pPr algn="ctr"/>
                      <a:r>
                        <a:rPr lang="en-IN" sz="1100">
                          <a:solidFill>
                            <a:srgbClr val="002060"/>
                          </a:solidFill>
                        </a:rPr>
                        <a:t>2022</a:t>
                      </a:r>
                    </a:p>
                  </a:txBody>
                  <a:tcPr marL="11172" marR="11172" marT="5586" marB="5586" anchor="ctr"/>
                </a:tc>
                <a:tc>
                  <a:txBody>
                    <a:bodyPr/>
                    <a:lstStyle/>
                    <a:p>
                      <a:pPr algn="ctr"/>
                      <a:r>
                        <a:rPr lang="en-IN" sz="1100">
                          <a:solidFill>
                            <a:srgbClr val="002060"/>
                          </a:solidFill>
                        </a:rPr>
                        <a:t>Cloud routing + hospital integration</a:t>
                      </a:r>
                    </a:p>
                  </a:txBody>
                  <a:tcPr marL="11172" marR="11172" marT="5586" marB="5586" anchor="ctr"/>
                </a:tc>
                <a:tc>
                  <a:txBody>
                    <a:bodyPr/>
                    <a:lstStyle/>
                    <a:p>
                      <a:pPr algn="ctr"/>
                      <a:r>
                        <a:rPr lang="en-IN" sz="1100" dirty="0">
                          <a:solidFill>
                            <a:srgbClr val="002060"/>
                          </a:solidFill>
                        </a:rPr>
                        <a:t>Improves medical dispatch response</a:t>
                      </a:r>
                    </a:p>
                  </a:txBody>
                  <a:tcPr marL="11172" marR="11172" marT="5586" marB="5586" anchor="ctr"/>
                </a:tc>
                <a:tc>
                  <a:txBody>
                    <a:bodyPr/>
                    <a:lstStyle/>
                    <a:p>
                      <a:pPr algn="ctr"/>
                      <a:r>
                        <a:rPr lang="en-US" sz="1100" dirty="0">
                          <a:solidFill>
                            <a:srgbClr val="002060"/>
                          </a:solidFill>
                        </a:rPr>
                        <a:t>Requires high-speed internet and server infrastructure</a:t>
                      </a:r>
                    </a:p>
                  </a:txBody>
                  <a:tcPr marL="11172" marR="11172" marT="5586" marB="5586" anchor="ctr"/>
                </a:tc>
                <a:extLst>
                  <a:ext uri="{0D108BD9-81ED-4DB2-BD59-A6C34878D82A}">
                    <a16:rowId xmlns:a16="http://schemas.microsoft.com/office/drawing/2014/main" val="3301447780"/>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Footer Placeholder 4">
            <a:extLst>
              <a:ext uri="{FF2B5EF4-FFF2-40B4-BE49-F238E27FC236}">
                <a16:creationId xmlns:a16="http://schemas.microsoft.com/office/drawing/2014/main" id="{5DB80ED7-C0A2-A483-2024-9332BB9F36BA}"/>
              </a:ext>
            </a:extLst>
          </p:cNvPr>
          <p:cNvSpPr txBox="1">
            <a:spLocks noChangeArrowheads="1"/>
          </p:cNvSpPr>
          <p:nvPr/>
        </p:nvSpPr>
        <p:spPr bwMode="auto">
          <a:xfrm>
            <a:off x="0" y="6492875"/>
            <a:ext cx="91440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entury Schoolbook" panose="02040604050505020304" pitchFamily="18" charset="0"/>
                <a:cs typeface="Arial" panose="020B0604020202020204" pitchFamily="34" charset="0"/>
              </a:defRPr>
            </a:lvl1pPr>
            <a:lvl2pPr marL="742950" indent="-285750" eaLnBrk="0" hangingPunct="0">
              <a:defRPr>
                <a:solidFill>
                  <a:schemeClr val="tx1"/>
                </a:solidFill>
                <a:latin typeface="Century Schoolbook" panose="02040604050505020304" pitchFamily="18" charset="0"/>
                <a:cs typeface="Arial" panose="020B0604020202020204" pitchFamily="34" charset="0"/>
              </a:defRPr>
            </a:lvl2pPr>
            <a:lvl3pPr marL="1143000" indent="-228600" eaLnBrk="0" hangingPunct="0">
              <a:defRPr>
                <a:solidFill>
                  <a:schemeClr val="tx1"/>
                </a:solidFill>
                <a:latin typeface="Century Schoolbook" panose="02040604050505020304" pitchFamily="18" charset="0"/>
                <a:cs typeface="Arial" panose="020B0604020202020204" pitchFamily="34" charset="0"/>
              </a:defRPr>
            </a:lvl3pPr>
            <a:lvl4pPr marL="1600200" indent="-228600" eaLnBrk="0" hangingPunct="0">
              <a:defRPr>
                <a:solidFill>
                  <a:schemeClr val="tx1"/>
                </a:solidFill>
                <a:latin typeface="Century Schoolbook" panose="02040604050505020304" pitchFamily="18" charset="0"/>
                <a:cs typeface="Arial" panose="020B0604020202020204" pitchFamily="34" charset="0"/>
              </a:defRPr>
            </a:lvl4pPr>
            <a:lvl5pPr marL="2057400" indent="-228600" eaLnBrk="0" hangingPunct="0">
              <a:defRPr>
                <a:solidFill>
                  <a:schemeClr val="tx1"/>
                </a:solidFill>
                <a:latin typeface="Century Schoolbook" panose="02040604050505020304" pitchFamily="18" charset="0"/>
                <a:cs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9pPr>
          </a:lstStyle>
          <a:p>
            <a:pPr algn="ctr" eaLnBrk="1" hangingPunct="1"/>
            <a:r>
              <a:rPr lang="en-US" altLang="en-US" sz="1200" dirty="0">
                <a:solidFill>
                  <a:schemeClr val="tx2"/>
                </a:solidFill>
              </a:rPr>
              <a:t>LGNSCOE, Nashik	     </a:t>
            </a:r>
          </a:p>
        </p:txBody>
      </p:sp>
      <p:graphicFrame>
        <p:nvGraphicFramePr>
          <p:cNvPr id="2" name="Content Placeholder 1">
            <a:extLst>
              <a:ext uri="{FF2B5EF4-FFF2-40B4-BE49-F238E27FC236}">
                <a16:creationId xmlns:a16="http://schemas.microsoft.com/office/drawing/2014/main" id="{999CB6C3-5AE1-458C-12AB-FCCA845394D4}"/>
              </a:ext>
            </a:extLst>
          </p:cNvPr>
          <p:cNvGraphicFramePr>
            <a:graphicFrameLocks noGrp="1"/>
          </p:cNvGraphicFramePr>
          <p:nvPr>
            <p:ph sz="quarter" idx="1"/>
            <p:extLst>
              <p:ext uri="{D42A27DB-BD31-4B8C-83A1-F6EECF244321}">
                <p14:modId xmlns:p14="http://schemas.microsoft.com/office/powerpoint/2010/main" val="1332054107"/>
              </p:ext>
            </p:extLst>
          </p:nvPr>
        </p:nvGraphicFramePr>
        <p:xfrm>
          <a:off x="318870" y="956626"/>
          <a:ext cx="8139226" cy="4301125"/>
        </p:xfrm>
        <a:graphic>
          <a:graphicData uri="http://schemas.openxmlformats.org/drawingml/2006/table">
            <a:tbl>
              <a:tblPr firstRow="1" bandRow="1">
                <a:tableStyleId>{35758FB7-9AC5-4552-8A53-C91805E547FA}</a:tableStyleId>
              </a:tblPr>
              <a:tblGrid>
                <a:gridCol w="585680">
                  <a:extLst>
                    <a:ext uri="{9D8B030D-6E8A-4147-A177-3AD203B41FA5}">
                      <a16:colId xmlns:a16="http://schemas.microsoft.com/office/drawing/2014/main" val="530636554"/>
                    </a:ext>
                  </a:extLst>
                </a:gridCol>
                <a:gridCol w="2172893">
                  <a:extLst>
                    <a:ext uri="{9D8B030D-6E8A-4147-A177-3AD203B41FA5}">
                      <a16:colId xmlns:a16="http://schemas.microsoft.com/office/drawing/2014/main" val="292716481"/>
                    </a:ext>
                  </a:extLst>
                </a:gridCol>
                <a:gridCol w="653319">
                  <a:extLst>
                    <a:ext uri="{9D8B030D-6E8A-4147-A177-3AD203B41FA5}">
                      <a16:colId xmlns:a16="http://schemas.microsoft.com/office/drawing/2014/main" val="3514810357"/>
                    </a:ext>
                  </a:extLst>
                </a:gridCol>
                <a:gridCol w="1609391">
                  <a:extLst>
                    <a:ext uri="{9D8B030D-6E8A-4147-A177-3AD203B41FA5}">
                      <a16:colId xmlns:a16="http://schemas.microsoft.com/office/drawing/2014/main" val="2435317672"/>
                    </a:ext>
                  </a:extLst>
                </a:gridCol>
                <a:gridCol w="1665330">
                  <a:extLst>
                    <a:ext uri="{9D8B030D-6E8A-4147-A177-3AD203B41FA5}">
                      <a16:colId xmlns:a16="http://schemas.microsoft.com/office/drawing/2014/main" val="2954622430"/>
                    </a:ext>
                  </a:extLst>
                </a:gridCol>
                <a:gridCol w="1452613">
                  <a:extLst>
                    <a:ext uri="{9D8B030D-6E8A-4147-A177-3AD203B41FA5}">
                      <a16:colId xmlns:a16="http://schemas.microsoft.com/office/drawing/2014/main" val="2221057598"/>
                    </a:ext>
                  </a:extLst>
                </a:gridCol>
              </a:tblGrid>
              <a:tr h="1225402">
                <a:tc>
                  <a:txBody>
                    <a:bodyPr/>
                    <a:lstStyle/>
                    <a:p>
                      <a:pPr algn="ctr"/>
                      <a:r>
                        <a:rPr lang="en-IN" sz="1400" dirty="0">
                          <a:solidFill>
                            <a:srgbClr val="002060"/>
                          </a:solidFill>
                        </a:rPr>
                        <a:t>7</a:t>
                      </a:r>
                    </a:p>
                  </a:txBody>
                  <a:tcPr marL="24868" marR="24868" marT="12434" marB="12434" anchor="ctr"/>
                </a:tc>
                <a:tc>
                  <a:txBody>
                    <a:bodyPr/>
                    <a:lstStyle/>
                    <a:p>
                      <a:r>
                        <a:rPr lang="en-IN" sz="1400" dirty="0">
                          <a:solidFill>
                            <a:srgbClr val="002060"/>
                          </a:solidFill>
                        </a:rPr>
                        <a:t>Springer – Intelligent Transport System</a:t>
                      </a:r>
                    </a:p>
                  </a:txBody>
                  <a:tcPr marL="24868" marR="24868" marT="12434" marB="12434" anchor="ctr"/>
                </a:tc>
                <a:tc>
                  <a:txBody>
                    <a:bodyPr/>
                    <a:lstStyle/>
                    <a:p>
                      <a:pPr algn="ctr"/>
                      <a:r>
                        <a:rPr lang="en-IN" sz="1400" dirty="0">
                          <a:solidFill>
                            <a:srgbClr val="002060"/>
                          </a:solidFill>
                        </a:rPr>
                        <a:t>2022</a:t>
                      </a:r>
                    </a:p>
                  </a:txBody>
                  <a:tcPr marL="24868" marR="24868" marT="12434" marB="12434" anchor="ctr"/>
                </a:tc>
                <a:tc>
                  <a:txBody>
                    <a:bodyPr/>
                    <a:lstStyle/>
                    <a:p>
                      <a:r>
                        <a:rPr lang="en-IN" sz="1400" dirty="0">
                          <a:solidFill>
                            <a:srgbClr val="002060"/>
                          </a:solidFill>
                        </a:rPr>
                        <a:t>Cloud + Transportation Network</a:t>
                      </a:r>
                    </a:p>
                  </a:txBody>
                  <a:tcPr marL="24868" marR="24868" marT="12434" marB="12434" anchor="ctr"/>
                </a:tc>
                <a:tc>
                  <a:txBody>
                    <a:bodyPr/>
                    <a:lstStyle/>
                    <a:p>
                      <a:r>
                        <a:rPr lang="en-IN" sz="1400" dirty="0">
                          <a:solidFill>
                            <a:srgbClr val="002060"/>
                          </a:solidFill>
                        </a:rPr>
                        <a:t>City-wide monitoring</a:t>
                      </a:r>
                    </a:p>
                  </a:txBody>
                  <a:tcPr marL="24868" marR="24868" marT="12434" marB="12434" anchor="ctr"/>
                </a:tc>
                <a:tc>
                  <a:txBody>
                    <a:bodyPr/>
                    <a:lstStyle/>
                    <a:p>
                      <a:r>
                        <a:rPr lang="en-IN" sz="1400" dirty="0">
                          <a:solidFill>
                            <a:srgbClr val="002060"/>
                          </a:solidFill>
                        </a:rPr>
                        <a:t>High installation cost; complexity</a:t>
                      </a:r>
                    </a:p>
                  </a:txBody>
                  <a:tcPr marL="24868" marR="24868" marT="12434" marB="12434" anchor="ctr"/>
                </a:tc>
                <a:extLst>
                  <a:ext uri="{0D108BD9-81ED-4DB2-BD59-A6C34878D82A}">
                    <a16:rowId xmlns:a16="http://schemas.microsoft.com/office/drawing/2014/main" val="2595985715"/>
                  </a:ext>
                </a:extLst>
              </a:tr>
              <a:tr h="1470974">
                <a:tc>
                  <a:txBody>
                    <a:bodyPr/>
                    <a:lstStyle/>
                    <a:p>
                      <a:pPr algn="ctr"/>
                      <a:r>
                        <a:rPr lang="en-US" sz="1400" dirty="0">
                          <a:solidFill>
                            <a:srgbClr val="002060"/>
                          </a:solidFill>
                        </a:rPr>
                        <a:t>8</a:t>
                      </a:r>
                      <a:endParaRPr lang="en-IN" sz="1400" dirty="0">
                        <a:solidFill>
                          <a:srgbClr val="002060"/>
                        </a:solidFill>
                      </a:endParaRPr>
                    </a:p>
                  </a:txBody>
                  <a:tcPr marL="24868" marR="24868" marT="12434" marB="12434" anchor="ctr"/>
                </a:tc>
                <a:tc>
                  <a:txBody>
                    <a:bodyPr/>
                    <a:lstStyle/>
                    <a:p>
                      <a:r>
                        <a:rPr lang="en-US" sz="1400" dirty="0">
                          <a:solidFill>
                            <a:srgbClr val="002060"/>
                          </a:solidFill>
                        </a:rPr>
                        <a:t>IEEE Xplore – GPS Integrated Crash Response</a:t>
                      </a:r>
                    </a:p>
                  </a:txBody>
                  <a:tcPr marL="24868" marR="24868" marT="12434" marB="12434" anchor="ctr"/>
                </a:tc>
                <a:tc>
                  <a:txBody>
                    <a:bodyPr/>
                    <a:lstStyle/>
                    <a:p>
                      <a:pPr algn="ctr"/>
                      <a:r>
                        <a:rPr lang="en-IN" sz="1400" dirty="0">
                          <a:solidFill>
                            <a:srgbClr val="002060"/>
                          </a:solidFill>
                        </a:rPr>
                        <a:t>2023</a:t>
                      </a:r>
                    </a:p>
                  </a:txBody>
                  <a:tcPr marL="24868" marR="24868" marT="12434" marB="12434" anchor="ctr"/>
                </a:tc>
                <a:tc>
                  <a:txBody>
                    <a:bodyPr/>
                    <a:lstStyle/>
                    <a:p>
                      <a:r>
                        <a:rPr lang="en-IN" sz="1400" dirty="0">
                          <a:solidFill>
                            <a:srgbClr val="002060"/>
                          </a:solidFill>
                        </a:rPr>
                        <a:t>Microcontroller + GPS tracking</a:t>
                      </a:r>
                    </a:p>
                  </a:txBody>
                  <a:tcPr marL="24868" marR="24868" marT="12434" marB="12434" anchor="ctr"/>
                </a:tc>
                <a:tc>
                  <a:txBody>
                    <a:bodyPr/>
                    <a:lstStyle/>
                    <a:p>
                      <a:r>
                        <a:rPr lang="en-IN" sz="1400" dirty="0">
                          <a:solidFill>
                            <a:srgbClr val="002060"/>
                          </a:solidFill>
                        </a:rPr>
                        <a:t>Accurate emergency location</a:t>
                      </a:r>
                    </a:p>
                  </a:txBody>
                  <a:tcPr marL="24868" marR="24868" marT="12434" marB="12434" anchor="ctr"/>
                </a:tc>
                <a:tc>
                  <a:txBody>
                    <a:bodyPr/>
                    <a:lstStyle/>
                    <a:p>
                      <a:r>
                        <a:rPr lang="en-IN" sz="1400">
                          <a:solidFill>
                            <a:srgbClr val="002060"/>
                          </a:solidFill>
                        </a:rPr>
                        <a:t>No historical accident logging</a:t>
                      </a:r>
                    </a:p>
                  </a:txBody>
                  <a:tcPr marL="24868" marR="24868" marT="12434" marB="12434" anchor="ctr"/>
                </a:tc>
                <a:extLst>
                  <a:ext uri="{0D108BD9-81ED-4DB2-BD59-A6C34878D82A}">
                    <a16:rowId xmlns:a16="http://schemas.microsoft.com/office/drawing/2014/main" val="960572631"/>
                  </a:ext>
                </a:extLst>
              </a:tr>
              <a:tr h="1604749">
                <a:tc>
                  <a:txBody>
                    <a:bodyPr/>
                    <a:lstStyle/>
                    <a:p>
                      <a:pPr algn="ctr"/>
                      <a:r>
                        <a:rPr lang="en-US" sz="1400" dirty="0">
                          <a:solidFill>
                            <a:srgbClr val="002060"/>
                          </a:solidFill>
                        </a:rPr>
                        <a:t>9</a:t>
                      </a:r>
                      <a:endParaRPr lang="en-IN" sz="1400" dirty="0">
                        <a:solidFill>
                          <a:srgbClr val="002060"/>
                        </a:solidFill>
                      </a:endParaRPr>
                    </a:p>
                  </a:txBody>
                  <a:tcPr marL="24868" marR="24868" marT="12434" marB="12434" anchor="ctr"/>
                </a:tc>
                <a:tc>
                  <a:txBody>
                    <a:bodyPr/>
                    <a:lstStyle/>
                    <a:p>
                      <a:r>
                        <a:rPr lang="en-US" sz="1400" dirty="0">
                          <a:solidFill>
                            <a:srgbClr val="002060"/>
                          </a:solidFill>
                        </a:rPr>
                        <a:t>Scopus – </a:t>
                      </a:r>
                      <a:r>
                        <a:rPr lang="en-US" sz="1400" dirty="0" err="1">
                          <a:solidFill>
                            <a:srgbClr val="002060"/>
                          </a:solidFill>
                        </a:rPr>
                        <a:t>IoT</a:t>
                      </a:r>
                      <a:r>
                        <a:rPr lang="en-US" sz="1400" dirty="0">
                          <a:solidFill>
                            <a:srgbClr val="002060"/>
                          </a:solidFill>
                        </a:rPr>
                        <a:t>-Based Vehicle Safety Framework</a:t>
                      </a:r>
                    </a:p>
                  </a:txBody>
                  <a:tcPr marL="24868" marR="24868" marT="12434" marB="12434" anchor="ctr"/>
                </a:tc>
                <a:tc>
                  <a:txBody>
                    <a:bodyPr/>
                    <a:lstStyle/>
                    <a:p>
                      <a:pPr algn="ctr"/>
                      <a:r>
                        <a:rPr lang="en-IN" sz="1400" dirty="0">
                          <a:solidFill>
                            <a:srgbClr val="002060"/>
                          </a:solidFill>
                        </a:rPr>
                        <a:t>2023</a:t>
                      </a:r>
                    </a:p>
                  </a:txBody>
                  <a:tcPr marL="24868" marR="24868" marT="12434" marB="12434" anchor="ctr"/>
                </a:tc>
                <a:tc>
                  <a:txBody>
                    <a:bodyPr/>
                    <a:lstStyle/>
                    <a:p>
                      <a:r>
                        <a:rPr lang="en-US" sz="1400" dirty="0">
                          <a:solidFill>
                            <a:srgbClr val="002060"/>
                          </a:solidFill>
                        </a:rPr>
                        <a:t>IoT cloud backend, REST API</a:t>
                      </a:r>
                    </a:p>
                  </a:txBody>
                  <a:tcPr marL="24868" marR="24868" marT="12434" marB="12434" anchor="ctr"/>
                </a:tc>
                <a:tc>
                  <a:txBody>
                    <a:bodyPr/>
                    <a:lstStyle/>
                    <a:p>
                      <a:r>
                        <a:rPr lang="en-IN" sz="1400" dirty="0">
                          <a:solidFill>
                            <a:srgbClr val="002060"/>
                          </a:solidFill>
                        </a:rPr>
                        <a:t>Real-time analytics</a:t>
                      </a:r>
                    </a:p>
                  </a:txBody>
                  <a:tcPr marL="24868" marR="24868" marT="12434" marB="12434" anchor="ctr"/>
                </a:tc>
                <a:tc>
                  <a:txBody>
                    <a:bodyPr/>
                    <a:lstStyle/>
                    <a:p>
                      <a:r>
                        <a:rPr lang="en-IN" sz="1400" dirty="0">
                          <a:solidFill>
                            <a:srgbClr val="002060"/>
                          </a:solidFill>
                        </a:rPr>
                        <a:t>Requires stable network connectivity</a:t>
                      </a:r>
                    </a:p>
                  </a:txBody>
                  <a:tcPr marL="24868" marR="24868" marT="12434" marB="12434" anchor="ctr"/>
                </a:tc>
                <a:extLst>
                  <a:ext uri="{0D108BD9-81ED-4DB2-BD59-A6C34878D82A}">
                    <a16:rowId xmlns:a16="http://schemas.microsoft.com/office/drawing/2014/main" val="429101101"/>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34D0A-374F-D1F8-0A38-CD2437BE13FA}"/>
              </a:ext>
            </a:extLst>
          </p:cNvPr>
          <p:cNvSpPr>
            <a:spLocks noGrp="1"/>
          </p:cNvSpPr>
          <p:nvPr>
            <p:ph type="title"/>
          </p:nvPr>
        </p:nvSpPr>
        <p:spPr>
          <a:xfrm>
            <a:off x="762002" y="1219258"/>
            <a:ext cx="7467600" cy="1143000"/>
          </a:xfrm>
        </p:spPr>
        <p:txBody>
          <a:bodyPr>
            <a:normAutofit fontScale="90000"/>
          </a:bodyPr>
          <a:lstStyle/>
          <a:p>
            <a:pPr lvl="0" algn="ctr" defTabSz="457200" eaLnBrk="1" fontAlgn="auto" hangingPunct="1">
              <a:lnSpc>
                <a:spcPts val="7800"/>
              </a:lnSpc>
              <a:spcAft>
                <a:spcPts val="0"/>
              </a:spcAft>
              <a:defRPr/>
            </a:pPr>
            <a:r>
              <a:rPr kumimoji="0" lang="en-IN" sz="4900" b="0" i="0" u="none" strike="noStrike" kern="1200" cap="none" spc="-273" normalizeH="0" baseline="0" noProof="0" dirty="0">
                <a:ln>
                  <a:noFill/>
                </a:ln>
                <a:solidFill>
                  <a:schemeClr val="accent1"/>
                </a:solidFill>
                <a:effectLst/>
                <a:uLnTx/>
                <a:uFillTx/>
                <a:ea typeface="Glock Grotesk"/>
                <a:cs typeface="Glock Grotesk"/>
                <a:sym typeface="Glock Grotesk"/>
              </a:rPr>
              <a:t>PROBLEM</a:t>
            </a:r>
            <a:r>
              <a:rPr kumimoji="0" lang="en-US" sz="4900" b="0" i="0" u="none" strike="noStrike" kern="1200" cap="none" spc="-273" normalizeH="0" baseline="0" noProof="0" dirty="0">
                <a:ln>
                  <a:noFill/>
                </a:ln>
                <a:solidFill>
                  <a:schemeClr val="accent1"/>
                </a:solidFill>
                <a:effectLst/>
                <a:uLnTx/>
                <a:uFillTx/>
                <a:ea typeface="Glock Grotesk"/>
                <a:cs typeface="Glock Grotesk"/>
                <a:sym typeface="Glock Grotesk"/>
              </a:rPr>
              <a:t> </a:t>
            </a:r>
            <a:r>
              <a:rPr lang="en-US" altLang="en-US" sz="4900" dirty="0">
                <a:solidFill>
                  <a:schemeClr val="accent1"/>
                </a:solidFill>
              </a:rPr>
              <a:t>Definition</a:t>
            </a:r>
            <a:br>
              <a:rPr kumimoji="0" lang="en-US" sz="6500" b="0" i="0" u="none" strike="noStrike" kern="1200" cap="none" spc="-273" normalizeH="0" baseline="0" noProof="0" dirty="0">
                <a:ln>
                  <a:noFill/>
                </a:ln>
                <a:solidFill>
                  <a:schemeClr val="accent1"/>
                </a:solidFill>
                <a:effectLst/>
                <a:uLnTx/>
                <a:uFillTx/>
                <a:ea typeface="Glock Grotesk"/>
                <a:cs typeface="Glock Grotesk"/>
                <a:sym typeface="Glock Grotesk"/>
              </a:rPr>
            </a:br>
            <a:endParaRPr lang="en-IN" dirty="0">
              <a:solidFill>
                <a:schemeClr val="accent1"/>
              </a:solidFill>
            </a:endParaRPr>
          </a:p>
        </p:txBody>
      </p:sp>
      <p:sp>
        <p:nvSpPr>
          <p:cNvPr id="4" name="Content Placeholder 3">
            <a:extLst>
              <a:ext uri="{FF2B5EF4-FFF2-40B4-BE49-F238E27FC236}">
                <a16:creationId xmlns:a16="http://schemas.microsoft.com/office/drawing/2014/main" id="{0F0104C1-83D0-67F8-C7A9-09B593D3F286}"/>
              </a:ext>
            </a:extLst>
          </p:cNvPr>
          <p:cNvSpPr>
            <a:spLocks noGrp="1"/>
          </p:cNvSpPr>
          <p:nvPr>
            <p:ph sz="quarter" idx="1"/>
          </p:nvPr>
        </p:nvSpPr>
        <p:spPr>
          <a:xfrm>
            <a:off x="457200" y="1600200"/>
            <a:ext cx="7467600" cy="3962344"/>
          </a:xfrm>
        </p:spPr>
        <p:txBody>
          <a:bodyPr/>
          <a:lstStyle/>
          <a:p>
            <a:pPr>
              <a:buFont typeface="Wingdings" panose="05000000000000000000" pitchFamily="2" charset="2"/>
              <a:buChar char="Ø"/>
            </a:pPr>
            <a:r>
              <a:rPr lang="en-US" sz="2000" dirty="0"/>
              <a:t>Road accidents are increasing day by day and many victims do not receive immediate help.</a:t>
            </a:r>
          </a:p>
          <a:p>
            <a:pPr>
              <a:buFont typeface="Wingdings" panose="05000000000000000000" pitchFamily="2" charset="2"/>
              <a:buChar char="Ø"/>
            </a:pPr>
            <a:r>
              <a:rPr lang="en-US" sz="2000" dirty="0"/>
              <a:t>Delay in accident detection and emergency response leads to loss of lives.</a:t>
            </a:r>
          </a:p>
          <a:p>
            <a:pPr>
              <a:buFont typeface="Wingdings" panose="05000000000000000000" pitchFamily="2" charset="2"/>
              <a:buChar char="Ø"/>
            </a:pPr>
            <a:r>
              <a:rPr lang="en-US" sz="2000" dirty="0"/>
              <a:t>In many cases, no one is available to inform family members or emergency services.</a:t>
            </a:r>
          </a:p>
          <a:p>
            <a:pPr>
              <a:buFont typeface="Wingdings" panose="05000000000000000000" pitchFamily="2" charset="2"/>
              <a:buChar char="Ø"/>
            </a:pPr>
            <a:r>
              <a:rPr lang="en-US" sz="2000" dirty="0"/>
              <a:t>Existing systems lack real-time monitoring and automatic alert mechanisms.</a:t>
            </a:r>
          </a:p>
          <a:p>
            <a:endParaRPr lang="en-US" sz="2000" b="1" dirty="0"/>
          </a:p>
          <a:p>
            <a:r>
              <a:rPr lang="en-US" sz="2000" b="1" dirty="0"/>
              <a:t>Problem Statement:</a:t>
            </a:r>
            <a:br>
              <a:rPr lang="en-US" sz="2000" dirty="0"/>
            </a:br>
            <a:r>
              <a:rPr lang="en-US" sz="2000" dirty="0"/>
              <a:t>There is a need for a system that can automatically detect accidents and instantly send alerts with location details to reduce response time and save lives.</a:t>
            </a:r>
          </a:p>
          <a:p>
            <a:endParaRPr lang="en-IN" dirty="0"/>
          </a:p>
        </p:txBody>
      </p:sp>
    </p:spTree>
    <p:extLst>
      <p:ext uri="{BB962C8B-B14F-4D97-AF65-F5344CB8AC3E}">
        <p14:creationId xmlns:p14="http://schemas.microsoft.com/office/powerpoint/2010/main" val="35878384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A6B781B-2829-CC16-FF30-DD6D12E0B0A8}"/>
              </a:ext>
            </a:extLst>
          </p:cNvPr>
          <p:cNvSpPr>
            <a:spLocks noGrp="1"/>
          </p:cNvSpPr>
          <p:nvPr>
            <p:ph type="title"/>
          </p:nvPr>
        </p:nvSpPr>
        <p:spPr>
          <a:xfrm>
            <a:off x="0" y="647699"/>
            <a:ext cx="9156700" cy="685801"/>
          </a:xfrm>
        </p:spPr>
        <p:txBody>
          <a:bodyPr>
            <a:noAutofit/>
            <a:scene3d>
              <a:camera prst="orthographicFront"/>
              <a:lightRig rig="threePt" dir="t"/>
            </a:scene3d>
          </a:bodyPr>
          <a:lstStyle/>
          <a:p>
            <a:pPr algn="ctr" eaLnBrk="1" fontAlgn="auto" hangingPunct="1">
              <a:spcAft>
                <a:spcPts val="0"/>
              </a:spcAft>
              <a:defRPr/>
            </a:pPr>
            <a:r>
              <a:rPr lang="en-IN" sz="3600" b="1" dirty="0">
                <a:solidFill>
                  <a:schemeClr val="accent1"/>
                </a:solidFill>
              </a:rPr>
              <a:t>System  Architecture :-</a:t>
            </a:r>
            <a:br>
              <a:rPr lang="en-IN" sz="3600" b="1" dirty="0">
                <a:solidFill>
                  <a:schemeClr val="accent1"/>
                </a:solidFill>
              </a:rPr>
            </a:br>
            <a:endParaRPr lang="en-US" sz="3600" b="1" dirty="0">
              <a:ln/>
              <a:solidFill>
                <a:schemeClr val="accent1"/>
              </a:solidFill>
              <a:effectLst>
                <a:outerShdw blurRad="38100" dist="25400" dir="5400000" algn="ctr" rotWithShape="0">
                  <a:srgbClr val="6E747A">
                    <a:alpha val="43000"/>
                  </a:srgbClr>
                </a:outerShdw>
              </a:effectLst>
              <a:ea typeface="+mj-ea"/>
              <a:cs typeface="+mj-cs"/>
              <a:sym typeface="+mn-ea"/>
            </a:endParaRPr>
          </a:p>
        </p:txBody>
      </p:sp>
      <p:sp>
        <p:nvSpPr>
          <p:cNvPr id="24579" name="Rectangle 8">
            <a:extLst>
              <a:ext uri="{FF2B5EF4-FFF2-40B4-BE49-F238E27FC236}">
                <a16:creationId xmlns:a16="http://schemas.microsoft.com/office/drawing/2014/main" id="{E9D030AD-4271-0753-2198-DFB146F2AF8B}"/>
              </a:ext>
            </a:extLst>
          </p:cNvPr>
          <p:cNvSpPr>
            <a:spLocks noChangeArrowheads="1"/>
          </p:cNvSpPr>
          <p:nvPr/>
        </p:nvSpPr>
        <p:spPr bwMode="auto">
          <a:xfrm>
            <a:off x="8229600" y="5791200"/>
            <a:ext cx="3762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entury Schoolbook" panose="02040604050505020304" pitchFamily="18" charset="0"/>
                <a:cs typeface="Arial" panose="020B0604020202020204" pitchFamily="34" charset="0"/>
              </a:defRPr>
            </a:lvl1pPr>
            <a:lvl2pPr marL="742950" indent="-285750" eaLnBrk="0" hangingPunct="0">
              <a:defRPr>
                <a:solidFill>
                  <a:schemeClr val="tx1"/>
                </a:solidFill>
                <a:latin typeface="Century Schoolbook" panose="02040604050505020304" pitchFamily="18" charset="0"/>
                <a:cs typeface="Arial" panose="020B0604020202020204" pitchFamily="34" charset="0"/>
              </a:defRPr>
            </a:lvl2pPr>
            <a:lvl3pPr marL="1143000" indent="-228600" eaLnBrk="0" hangingPunct="0">
              <a:defRPr>
                <a:solidFill>
                  <a:schemeClr val="tx1"/>
                </a:solidFill>
                <a:latin typeface="Century Schoolbook" panose="02040604050505020304" pitchFamily="18" charset="0"/>
                <a:cs typeface="Arial" panose="020B0604020202020204" pitchFamily="34" charset="0"/>
              </a:defRPr>
            </a:lvl3pPr>
            <a:lvl4pPr marL="1600200" indent="-228600" eaLnBrk="0" hangingPunct="0">
              <a:defRPr>
                <a:solidFill>
                  <a:schemeClr val="tx1"/>
                </a:solidFill>
                <a:latin typeface="Century Schoolbook" panose="02040604050505020304" pitchFamily="18" charset="0"/>
                <a:cs typeface="Arial" panose="020B0604020202020204" pitchFamily="34" charset="0"/>
              </a:defRPr>
            </a:lvl4pPr>
            <a:lvl5pPr marL="2057400" indent="-228600" eaLnBrk="0" hangingPunct="0">
              <a:defRPr>
                <a:solidFill>
                  <a:schemeClr val="tx1"/>
                </a:solidFill>
                <a:latin typeface="Century Schoolbook" panose="02040604050505020304" pitchFamily="18" charset="0"/>
                <a:cs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9pPr>
          </a:lstStyle>
          <a:p>
            <a:pPr eaLnBrk="1" hangingPunct="1"/>
            <a:r>
              <a:rPr lang="en-US" altLang="en-US"/>
              <a:t> </a:t>
            </a:r>
            <a:fld id="{A2E9223E-4A48-4B7D-A03D-FED24144D097}" type="slidenum">
              <a:rPr lang="en-US" altLang="en-US"/>
              <a:pPr eaLnBrk="1" hangingPunct="1"/>
              <a:t>8</a:t>
            </a:fld>
            <a:endParaRPr lang="en-US" altLang="en-US"/>
          </a:p>
        </p:txBody>
      </p:sp>
      <p:sp>
        <p:nvSpPr>
          <p:cNvPr id="24580" name="Footer Placeholder 4">
            <a:extLst>
              <a:ext uri="{FF2B5EF4-FFF2-40B4-BE49-F238E27FC236}">
                <a16:creationId xmlns:a16="http://schemas.microsoft.com/office/drawing/2014/main" id="{FCF069A9-1FE3-F651-E75B-00409354326B}"/>
              </a:ext>
            </a:extLst>
          </p:cNvPr>
          <p:cNvSpPr txBox="1">
            <a:spLocks noChangeArrowheads="1"/>
          </p:cNvSpPr>
          <p:nvPr/>
        </p:nvSpPr>
        <p:spPr bwMode="auto">
          <a:xfrm>
            <a:off x="0" y="6492875"/>
            <a:ext cx="91440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entury Schoolbook" panose="02040604050505020304" pitchFamily="18" charset="0"/>
                <a:cs typeface="Arial" panose="020B0604020202020204" pitchFamily="34" charset="0"/>
              </a:defRPr>
            </a:lvl1pPr>
            <a:lvl2pPr marL="742950" indent="-285750" eaLnBrk="0" hangingPunct="0">
              <a:defRPr>
                <a:solidFill>
                  <a:schemeClr val="tx1"/>
                </a:solidFill>
                <a:latin typeface="Century Schoolbook" panose="02040604050505020304" pitchFamily="18" charset="0"/>
                <a:cs typeface="Arial" panose="020B0604020202020204" pitchFamily="34" charset="0"/>
              </a:defRPr>
            </a:lvl2pPr>
            <a:lvl3pPr marL="1143000" indent="-228600" eaLnBrk="0" hangingPunct="0">
              <a:defRPr>
                <a:solidFill>
                  <a:schemeClr val="tx1"/>
                </a:solidFill>
                <a:latin typeface="Century Schoolbook" panose="02040604050505020304" pitchFamily="18" charset="0"/>
                <a:cs typeface="Arial" panose="020B0604020202020204" pitchFamily="34" charset="0"/>
              </a:defRPr>
            </a:lvl3pPr>
            <a:lvl4pPr marL="1600200" indent="-228600" eaLnBrk="0" hangingPunct="0">
              <a:defRPr>
                <a:solidFill>
                  <a:schemeClr val="tx1"/>
                </a:solidFill>
                <a:latin typeface="Century Schoolbook" panose="02040604050505020304" pitchFamily="18" charset="0"/>
                <a:cs typeface="Arial" panose="020B0604020202020204" pitchFamily="34" charset="0"/>
              </a:defRPr>
            </a:lvl4pPr>
            <a:lvl5pPr marL="2057400" indent="-228600" eaLnBrk="0" hangingPunct="0">
              <a:defRPr>
                <a:solidFill>
                  <a:schemeClr val="tx1"/>
                </a:solidFill>
                <a:latin typeface="Century Schoolbook" panose="02040604050505020304" pitchFamily="18" charset="0"/>
                <a:cs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9pPr>
          </a:lstStyle>
          <a:p>
            <a:pPr algn="ctr" eaLnBrk="1" hangingPunct="1"/>
            <a:r>
              <a:rPr lang="en-US" altLang="en-US" sz="1200" dirty="0">
                <a:solidFill>
                  <a:schemeClr val="tx2"/>
                </a:solidFill>
              </a:rPr>
              <a:t>LGNSCOE, Nashik	     </a:t>
            </a:r>
          </a:p>
        </p:txBody>
      </p:sp>
      <p:pic>
        <p:nvPicPr>
          <p:cNvPr id="2" name="Content Placeholder 1">
            <a:extLst>
              <a:ext uri="{FF2B5EF4-FFF2-40B4-BE49-F238E27FC236}">
                <a16:creationId xmlns:a16="http://schemas.microsoft.com/office/drawing/2014/main" id="{4D5E316C-58F1-F513-53D6-C64CE547B13A}"/>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152516" y="838268"/>
            <a:ext cx="7924592" cy="556245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43A9DC3-5600-6858-BDC4-463E951D972A}"/>
              </a:ext>
            </a:extLst>
          </p:cNvPr>
          <p:cNvSpPr>
            <a:spLocks noGrp="1"/>
          </p:cNvSpPr>
          <p:nvPr>
            <p:ph type="title"/>
          </p:nvPr>
        </p:nvSpPr>
        <p:spPr>
          <a:xfrm>
            <a:off x="-12700" y="-1"/>
            <a:ext cx="9156700" cy="685801"/>
          </a:xfrm>
        </p:spPr>
        <p:txBody>
          <a:bodyPr>
            <a:normAutofit fontScale="90000"/>
            <a:scene3d>
              <a:camera prst="orthographicFront"/>
              <a:lightRig rig="threePt" dir="t"/>
            </a:scene3d>
          </a:bodyPr>
          <a:lstStyle/>
          <a:p>
            <a:pPr algn="ctr" eaLnBrk="1" fontAlgn="auto" hangingPunct="1">
              <a:spcAft>
                <a:spcPts val="0"/>
              </a:spcAft>
              <a:defRPr/>
            </a:pPr>
            <a:br>
              <a:rPr dirty="0">
                <a:solidFill>
                  <a:srgbClr val="7030A0"/>
                </a:solidFill>
                <a:sym typeface="+mn-ea"/>
              </a:rPr>
            </a:br>
            <a:r>
              <a:rPr b="1" noProof="1">
                <a:solidFill>
                  <a:schemeClr val="accent1"/>
                </a:solidFill>
                <a:effectLst>
                  <a:outerShdw blurRad="38100" dist="25400" dir="5400000" algn="ctr" rotWithShape="0">
                    <a:srgbClr val="6E747A">
                      <a:alpha val="43000"/>
                    </a:srgbClr>
                  </a:outerShdw>
                </a:effectLst>
                <a:sym typeface="+mn-ea"/>
              </a:rPr>
              <a:t>Algorithm</a:t>
            </a:r>
            <a:endParaRPr lang="en-US" b="1" dirty="0">
              <a:solidFill>
                <a:schemeClr val="accent1"/>
              </a:solidFill>
              <a:effectLst>
                <a:outerShdw blurRad="38100" dist="25400" dir="5400000" algn="ctr" rotWithShape="0">
                  <a:srgbClr val="6E747A">
                    <a:alpha val="43000"/>
                  </a:srgbClr>
                </a:outerShdw>
              </a:effectLst>
              <a:ea typeface="+mj-ea"/>
              <a:cs typeface="+mj-cs"/>
              <a:sym typeface="+mn-ea"/>
            </a:endParaRPr>
          </a:p>
        </p:txBody>
      </p:sp>
      <p:sp>
        <p:nvSpPr>
          <p:cNvPr id="25603" name="Rectangle 8">
            <a:extLst>
              <a:ext uri="{FF2B5EF4-FFF2-40B4-BE49-F238E27FC236}">
                <a16:creationId xmlns:a16="http://schemas.microsoft.com/office/drawing/2014/main" id="{DCC5972C-C572-9FD3-604B-0FCBEAB1B985}"/>
              </a:ext>
            </a:extLst>
          </p:cNvPr>
          <p:cNvSpPr>
            <a:spLocks noChangeArrowheads="1"/>
          </p:cNvSpPr>
          <p:nvPr/>
        </p:nvSpPr>
        <p:spPr bwMode="auto">
          <a:xfrm>
            <a:off x="8153306" y="5811157"/>
            <a:ext cx="3762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entury Schoolbook" panose="02040604050505020304" pitchFamily="18" charset="0"/>
                <a:cs typeface="Arial" panose="020B0604020202020204" pitchFamily="34" charset="0"/>
              </a:defRPr>
            </a:lvl1pPr>
            <a:lvl2pPr marL="742950" indent="-285750" eaLnBrk="0" hangingPunct="0">
              <a:defRPr>
                <a:solidFill>
                  <a:schemeClr val="tx1"/>
                </a:solidFill>
                <a:latin typeface="Century Schoolbook" panose="02040604050505020304" pitchFamily="18" charset="0"/>
                <a:cs typeface="Arial" panose="020B0604020202020204" pitchFamily="34" charset="0"/>
              </a:defRPr>
            </a:lvl2pPr>
            <a:lvl3pPr marL="1143000" indent="-228600" eaLnBrk="0" hangingPunct="0">
              <a:defRPr>
                <a:solidFill>
                  <a:schemeClr val="tx1"/>
                </a:solidFill>
                <a:latin typeface="Century Schoolbook" panose="02040604050505020304" pitchFamily="18" charset="0"/>
                <a:cs typeface="Arial" panose="020B0604020202020204" pitchFamily="34" charset="0"/>
              </a:defRPr>
            </a:lvl3pPr>
            <a:lvl4pPr marL="1600200" indent="-228600" eaLnBrk="0" hangingPunct="0">
              <a:defRPr>
                <a:solidFill>
                  <a:schemeClr val="tx1"/>
                </a:solidFill>
                <a:latin typeface="Century Schoolbook" panose="02040604050505020304" pitchFamily="18" charset="0"/>
                <a:cs typeface="Arial" panose="020B0604020202020204" pitchFamily="34" charset="0"/>
              </a:defRPr>
            </a:lvl4pPr>
            <a:lvl5pPr marL="2057400" indent="-228600" eaLnBrk="0" hangingPunct="0">
              <a:defRPr>
                <a:solidFill>
                  <a:schemeClr val="tx1"/>
                </a:solidFill>
                <a:latin typeface="Century Schoolbook" panose="02040604050505020304" pitchFamily="18" charset="0"/>
                <a:cs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9pPr>
          </a:lstStyle>
          <a:p>
            <a:pPr eaLnBrk="1" hangingPunct="1"/>
            <a:r>
              <a:rPr lang="en-US" altLang="en-US" dirty="0"/>
              <a:t> </a:t>
            </a:r>
            <a:fld id="{8139566C-1AC0-4CE2-86C2-F6C8A942901D}" type="slidenum">
              <a:rPr lang="en-US" altLang="en-US"/>
              <a:pPr eaLnBrk="1" hangingPunct="1"/>
              <a:t>9</a:t>
            </a:fld>
            <a:endParaRPr lang="en-US" altLang="en-US" dirty="0"/>
          </a:p>
        </p:txBody>
      </p:sp>
      <p:sp>
        <p:nvSpPr>
          <p:cNvPr id="25604" name="Footer Placeholder 4">
            <a:extLst>
              <a:ext uri="{FF2B5EF4-FFF2-40B4-BE49-F238E27FC236}">
                <a16:creationId xmlns:a16="http://schemas.microsoft.com/office/drawing/2014/main" id="{EFBB75D7-57F9-87C6-C558-6ECBA04D2B64}"/>
              </a:ext>
            </a:extLst>
          </p:cNvPr>
          <p:cNvSpPr txBox="1">
            <a:spLocks noChangeArrowheads="1"/>
          </p:cNvSpPr>
          <p:nvPr/>
        </p:nvSpPr>
        <p:spPr bwMode="auto">
          <a:xfrm>
            <a:off x="0" y="6492875"/>
            <a:ext cx="91440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entury Schoolbook" panose="02040604050505020304" pitchFamily="18" charset="0"/>
                <a:cs typeface="Arial" panose="020B0604020202020204" pitchFamily="34" charset="0"/>
              </a:defRPr>
            </a:lvl1pPr>
            <a:lvl2pPr marL="742950" indent="-285750" eaLnBrk="0" hangingPunct="0">
              <a:defRPr>
                <a:solidFill>
                  <a:schemeClr val="tx1"/>
                </a:solidFill>
                <a:latin typeface="Century Schoolbook" panose="02040604050505020304" pitchFamily="18" charset="0"/>
                <a:cs typeface="Arial" panose="020B0604020202020204" pitchFamily="34" charset="0"/>
              </a:defRPr>
            </a:lvl2pPr>
            <a:lvl3pPr marL="1143000" indent="-228600" eaLnBrk="0" hangingPunct="0">
              <a:defRPr>
                <a:solidFill>
                  <a:schemeClr val="tx1"/>
                </a:solidFill>
                <a:latin typeface="Century Schoolbook" panose="02040604050505020304" pitchFamily="18" charset="0"/>
                <a:cs typeface="Arial" panose="020B0604020202020204" pitchFamily="34" charset="0"/>
              </a:defRPr>
            </a:lvl3pPr>
            <a:lvl4pPr marL="1600200" indent="-228600" eaLnBrk="0" hangingPunct="0">
              <a:defRPr>
                <a:solidFill>
                  <a:schemeClr val="tx1"/>
                </a:solidFill>
                <a:latin typeface="Century Schoolbook" panose="02040604050505020304" pitchFamily="18" charset="0"/>
                <a:cs typeface="Arial" panose="020B0604020202020204" pitchFamily="34" charset="0"/>
              </a:defRPr>
            </a:lvl4pPr>
            <a:lvl5pPr marL="2057400" indent="-228600" eaLnBrk="0" hangingPunct="0">
              <a:defRPr>
                <a:solidFill>
                  <a:schemeClr val="tx1"/>
                </a:solidFill>
                <a:latin typeface="Century Schoolbook" panose="02040604050505020304" pitchFamily="18" charset="0"/>
                <a:cs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9pPr>
          </a:lstStyle>
          <a:p>
            <a:pPr algn="ctr" eaLnBrk="1" hangingPunct="1"/>
            <a:r>
              <a:rPr lang="en-US" altLang="en-US" sz="1200" dirty="0">
                <a:solidFill>
                  <a:schemeClr val="tx2"/>
                </a:solidFill>
              </a:rPr>
              <a:t>	     </a:t>
            </a:r>
          </a:p>
        </p:txBody>
      </p:sp>
      <p:sp>
        <p:nvSpPr>
          <p:cNvPr id="25605" name="Content Placeholder 1">
            <a:extLst>
              <a:ext uri="{FF2B5EF4-FFF2-40B4-BE49-F238E27FC236}">
                <a16:creationId xmlns:a16="http://schemas.microsoft.com/office/drawing/2014/main" id="{F61CD2C3-5F0A-2086-B194-1D2ECF0FAD05}"/>
              </a:ext>
            </a:extLst>
          </p:cNvPr>
          <p:cNvSpPr>
            <a:spLocks noGrp="1" noChangeArrowheads="1"/>
          </p:cNvSpPr>
          <p:nvPr>
            <p:ph sz="quarter" idx="1"/>
          </p:nvPr>
        </p:nvSpPr>
        <p:spPr>
          <a:xfrm>
            <a:off x="304912" y="718520"/>
            <a:ext cx="8000790" cy="5910795"/>
          </a:xfrm>
        </p:spPr>
        <p:txBody>
          <a:bodyPr/>
          <a:lstStyle/>
          <a:p>
            <a:pPr marL="0" indent="0">
              <a:buNone/>
            </a:pPr>
            <a:r>
              <a:rPr lang="en-US" sz="1400" b="1" dirty="0">
                <a:highlight>
                  <a:srgbClr val="C0C0C0"/>
                </a:highlight>
              </a:rPr>
              <a:t>Step 1: </a:t>
            </a:r>
            <a:r>
              <a:rPr lang="en-US" sz="1400" b="1" dirty="0"/>
              <a:t>Start</a:t>
            </a:r>
          </a:p>
          <a:p>
            <a:pPr marL="0" indent="0">
              <a:buNone/>
            </a:pPr>
            <a:endParaRPr lang="en-US" sz="1400" b="1" dirty="0"/>
          </a:p>
          <a:p>
            <a:pPr marL="0" indent="0">
              <a:buNone/>
            </a:pPr>
            <a:r>
              <a:rPr lang="en-US" sz="1400" b="1" dirty="0">
                <a:highlight>
                  <a:srgbClr val="C0C0C0"/>
                </a:highlight>
              </a:rPr>
              <a:t>Step 2: </a:t>
            </a:r>
            <a:r>
              <a:rPr lang="en-US" sz="1400" b="1" dirty="0"/>
              <a:t>Initialize all modules</a:t>
            </a:r>
          </a:p>
          <a:p>
            <a:pPr marL="0" indent="0">
              <a:buNone/>
            </a:pPr>
            <a:r>
              <a:rPr lang="en-US" sz="1400" b="1" dirty="0"/>
              <a:t>         </a:t>
            </a:r>
            <a:r>
              <a:rPr lang="en-US" sz="1400" dirty="0"/>
              <a:t>Initialize </a:t>
            </a:r>
            <a:r>
              <a:rPr lang="en-US" sz="1400" b="1" dirty="0"/>
              <a:t>Accelerometer</a:t>
            </a:r>
            <a:r>
              <a:rPr lang="en-US" sz="1400" dirty="0"/>
              <a:t>, </a:t>
            </a:r>
            <a:r>
              <a:rPr lang="en-US" sz="1400" b="1" dirty="0"/>
              <a:t>Gyroscope</a:t>
            </a:r>
            <a:r>
              <a:rPr lang="en-US" sz="1400" dirty="0"/>
              <a:t>, </a:t>
            </a:r>
            <a:r>
              <a:rPr lang="en-US" sz="1400" b="1" dirty="0"/>
              <a:t>GPS</a:t>
            </a:r>
            <a:r>
              <a:rPr lang="en-US" sz="1400" dirty="0"/>
              <a:t>, and </a:t>
            </a:r>
          </a:p>
          <a:p>
            <a:pPr marL="0" indent="0">
              <a:buNone/>
            </a:pPr>
            <a:r>
              <a:rPr lang="en-US" sz="1400" b="1" dirty="0"/>
              <a:t>         Communication module (ESP32 Wi-Fi/SMS)</a:t>
            </a:r>
            <a:r>
              <a:rPr lang="en-US" sz="1400" dirty="0"/>
              <a:t>.</a:t>
            </a:r>
          </a:p>
          <a:p>
            <a:pPr marL="0" indent="0">
              <a:buNone/>
            </a:pPr>
            <a:endParaRPr lang="en-US" sz="1400" dirty="0"/>
          </a:p>
          <a:p>
            <a:pPr marL="0" indent="0">
              <a:buNone/>
            </a:pPr>
            <a:r>
              <a:rPr lang="en-US" sz="1400" b="1" dirty="0">
                <a:highlight>
                  <a:srgbClr val="C0C0C0"/>
                </a:highlight>
              </a:rPr>
              <a:t>Step 3: </a:t>
            </a:r>
            <a:r>
              <a:rPr lang="en-US" sz="1400" b="1" dirty="0"/>
              <a:t>Continuously read sensor data</a:t>
            </a:r>
          </a:p>
          <a:p>
            <a:pPr marL="0" indent="0">
              <a:buNone/>
            </a:pPr>
            <a:r>
              <a:rPr lang="en-US" sz="1400" dirty="0"/>
              <a:t>Read </a:t>
            </a:r>
            <a:r>
              <a:rPr lang="en-US" sz="1400" b="1" dirty="0"/>
              <a:t>acceleration</a:t>
            </a:r>
            <a:r>
              <a:rPr lang="en-US" sz="1400" dirty="0"/>
              <a:t> and </a:t>
            </a:r>
            <a:r>
              <a:rPr lang="en-US" sz="1400" b="1" dirty="0"/>
              <a:t>gyroscope</a:t>
            </a:r>
            <a:r>
              <a:rPr lang="en-US" sz="1400" dirty="0"/>
              <a:t> values from the sensors at regular intervals.</a:t>
            </a:r>
          </a:p>
          <a:p>
            <a:pPr marL="0" indent="0">
              <a:buNone/>
            </a:pPr>
            <a:endParaRPr lang="en-US" sz="1400" dirty="0"/>
          </a:p>
          <a:p>
            <a:pPr marL="0" indent="0">
              <a:buNone/>
            </a:pPr>
            <a:r>
              <a:rPr lang="en-US" sz="1400" b="1" dirty="0">
                <a:highlight>
                  <a:srgbClr val="C0C0C0"/>
                </a:highlight>
              </a:rPr>
              <a:t>Step 4:</a:t>
            </a:r>
            <a:r>
              <a:rPr lang="en-US" sz="1400" b="1" dirty="0"/>
              <a:t> Check for abnormal conditions</a:t>
            </a:r>
          </a:p>
          <a:p>
            <a:pPr marL="0" indent="0">
              <a:buNone/>
            </a:pPr>
            <a:r>
              <a:rPr lang="en-US" sz="1400" dirty="0"/>
              <a:t>If sudden change in acceleration or angle exceeds the predefined threshold:</a:t>
            </a:r>
            <a:br>
              <a:rPr lang="en-US" sz="1400" dirty="0"/>
            </a:br>
            <a:r>
              <a:rPr lang="en-US" sz="1400" dirty="0"/>
              <a:t>→ Possible </a:t>
            </a:r>
            <a:r>
              <a:rPr lang="en-US" sz="1400" b="1" dirty="0"/>
              <a:t>accident detected</a:t>
            </a:r>
            <a:r>
              <a:rPr lang="en-US" sz="1400" dirty="0"/>
              <a:t>.</a:t>
            </a:r>
          </a:p>
          <a:p>
            <a:pPr marL="0" indent="0">
              <a:buNone/>
            </a:pPr>
            <a:r>
              <a:rPr lang="en-US" sz="1400" dirty="0"/>
              <a:t>Else, go back to </a:t>
            </a:r>
            <a:r>
              <a:rPr lang="en-US" sz="1400" b="1" dirty="0"/>
              <a:t>Step 3 </a:t>
            </a:r>
            <a:r>
              <a:rPr lang="en-US" sz="1400" dirty="0"/>
              <a:t>(continue monitoring).</a:t>
            </a:r>
          </a:p>
          <a:p>
            <a:pPr marL="0" indent="0">
              <a:buNone/>
            </a:pPr>
            <a:endParaRPr lang="en-US" sz="1400" dirty="0"/>
          </a:p>
          <a:p>
            <a:pPr marL="0" indent="0">
              <a:buNone/>
            </a:pPr>
            <a:r>
              <a:rPr lang="en-US" sz="1400" b="1" dirty="0">
                <a:highlight>
                  <a:srgbClr val="C0C0C0"/>
                </a:highlight>
              </a:rPr>
              <a:t>Step 5:</a:t>
            </a:r>
            <a:r>
              <a:rPr lang="en-US" sz="1400" b="1" dirty="0"/>
              <a:t> Confirm accident</a:t>
            </a:r>
          </a:p>
          <a:p>
            <a:pPr marL="0" indent="0">
              <a:buNone/>
            </a:pPr>
            <a:r>
              <a:rPr lang="en-US" sz="1400" dirty="0"/>
              <a:t>Optionally, check for </a:t>
            </a:r>
            <a:r>
              <a:rPr lang="en-US" sz="1400" b="1" dirty="0"/>
              <a:t>multiple readings</a:t>
            </a:r>
            <a:r>
              <a:rPr lang="en-US" sz="1400" dirty="0"/>
              <a:t> to confirm accident (to reduce false alarms).</a:t>
            </a:r>
          </a:p>
          <a:p>
            <a:pPr marL="0" indent="0">
              <a:buNone/>
            </a:pPr>
            <a:r>
              <a:rPr lang="en-US" sz="1400" dirty="0"/>
              <a:t>If confirmed → proceed to Step 6.</a:t>
            </a:r>
          </a:p>
          <a:p>
            <a:pPr marL="0" indent="0">
              <a:buNone/>
            </a:pPr>
            <a:endParaRPr lang="en-US" sz="1400" dirty="0"/>
          </a:p>
          <a:p>
            <a:pPr marL="0" indent="0">
              <a:buNone/>
            </a:pPr>
            <a:r>
              <a:rPr lang="en-US" sz="1400" b="1" dirty="0">
                <a:highlight>
                  <a:srgbClr val="C0C0C0"/>
                </a:highlight>
              </a:rPr>
              <a:t>Step 6: </a:t>
            </a:r>
            <a:r>
              <a:rPr lang="en-US" sz="1400" b="1" dirty="0"/>
              <a:t>Fetch GPS location</a:t>
            </a:r>
          </a:p>
          <a:p>
            <a:pPr marL="0" indent="0">
              <a:buNone/>
            </a:pPr>
            <a:r>
              <a:rPr lang="en-US" sz="1400" dirty="0"/>
              <a:t>Get current </a:t>
            </a:r>
            <a:r>
              <a:rPr lang="en-US" sz="1400" b="1" dirty="0"/>
              <a:t>latitude and longitude</a:t>
            </a:r>
            <a:r>
              <a:rPr lang="en-US" sz="1400" dirty="0"/>
              <a:t> from the GPS module.</a:t>
            </a:r>
          </a:p>
          <a:p>
            <a:pPr marL="0" indent="0">
              <a:buNone/>
            </a:pPr>
            <a:r>
              <a:rPr lang="en-US" sz="1400" dirty="0"/>
              <a:t>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8D026E5-C436-C875-AC39-6486EBCC4105}"/>
              </a:ext>
            </a:extLst>
          </p:cNvPr>
          <p:cNvSpPr txBox="1"/>
          <p:nvPr/>
        </p:nvSpPr>
        <p:spPr>
          <a:xfrm>
            <a:off x="304912" y="474345"/>
            <a:ext cx="8000790" cy="5909310"/>
          </a:xfrm>
          <a:prstGeom prst="rect">
            <a:avLst/>
          </a:prstGeom>
          <a:noFill/>
        </p:spPr>
        <p:txBody>
          <a:bodyPr wrap="square">
            <a:spAutoFit/>
          </a:bodyPr>
          <a:lstStyle/>
          <a:p>
            <a:r>
              <a:rPr lang="en-IN" b="1" dirty="0">
                <a:highlight>
                  <a:srgbClr val="C0C0C0"/>
                </a:highlight>
              </a:rPr>
              <a:t>Step 7:</a:t>
            </a:r>
            <a:r>
              <a:rPr lang="en-IN" b="1" dirty="0"/>
              <a:t> Send alert message</a:t>
            </a:r>
          </a:p>
          <a:p>
            <a:pPr marL="457200" indent="-457200">
              <a:buFont typeface="Arial" panose="020B0604020202020204" pitchFamily="34" charset="0"/>
              <a:buChar char="•"/>
            </a:pPr>
            <a:r>
              <a:rPr lang="en-IN" i="1" dirty="0"/>
              <a:t>Prepare an alert message containing:</a:t>
            </a:r>
          </a:p>
          <a:p>
            <a:pPr marL="971550" lvl="1" indent="-514350">
              <a:buFont typeface="+mj-lt"/>
              <a:buAutoNum type="arabicParenR"/>
            </a:pPr>
            <a:r>
              <a:rPr lang="en-IN" dirty="0"/>
              <a:t>Accident detection info</a:t>
            </a:r>
          </a:p>
          <a:p>
            <a:pPr marL="971550" lvl="1" indent="-514350">
              <a:buFont typeface="+mj-lt"/>
              <a:buAutoNum type="arabicParenR"/>
            </a:pPr>
            <a:r>
              <a:rPr lang="en-IN" dirty="0"/>
              <a:t>GPS coordinates</a:t>
            </a:r>
          </a:p>
          <a:p>
            <a:pPr marL="971550" lvl="1" indent="-514350">
              <a:buFont typeface="+mj-lt"/>
              <a:buAutoNum type="arabicParenR"/>
            </a:pPr>
            <a:r>
              <a:rPr lang="en-IN" dirty="0"/>
              <a:t>Vehicle ID / Device ID</a:t>
            </a:r>
          </a:p>
          <a:p>
            <a:pPr marL="971550" lvl="1" indent="-514350">
              <a:buFont typeface="+mj-lt"/>
              <a:buAutoNum type="arabicParenR"/>
            </a:pPr>
            <a:r>
              <a:rPr lang="en-IN" dirty="0"/>
              <a:t>Timestamp</a:t>
            </a:r>
          </a:p>
          <a:p>
            <a:pPr lvl="1"/>
            <a:endParaRPr lang="en-IN" dirty="0"/>
          </a:p>
          <a:p>
            <a:pPr marL="457200" indent="-457200">
              <a:buFont typeface="Arial" panose="020B0604020202020204" pitchFamily="34" charset="0"/>
              <a:buChar char="•"/>
            </a:pPr>
            <a:r>
              <a:rPr lang="en-IN" i="1" dirty="0"/>
              <a:t>Send the message to:</a:t>
            </a:r>
          </a:p>
          <a:p>
            <a:pPr marL="971550" lvl="1" indent="-514350">
              <a:buFont typeface="+mj-lt"/>
              <a:buAutoNum type="arabicParenR"/>
            </a:pPr>
            <a:r>
              <a:rPr lang="en-IN" dirty="0"/>
              <a:t>Cloud server (via Internet/MQTT)</a:t>
            </a:r>
          </a:p>
          <a:p>
            <a:pPr marL="971550" lvl="1" indent="-514350">
              <a:buFont typeface="+mj-lt"/>
              <a:buAutoNum type="arabicParenR"/>
            </a:pPr>
            <a:r>
              <a:rPr lang="en-IN" dirty="0"/>
              <a:t>Emergency contacts (via SMS or Email)</a:t>
            </a:r>
          </a:p>
          <a:p>
            <a:pPr lvl="1"/>
            <a:endParaRPr lang="en-IN" dirty="0"/>
          </a:p>
          <a:p>
            <a:r>
              <a:rPr lang="en-IN" b="1" dirty="0">
                <a:highlight>
                  <a:srgbClr val="C0C0C0"/>
                </a:highlight>
              </a:rPr>
              <a:t>Step 8: </a:t>
            </a:r>
            <a:r>
              <a:rPr lang="en-IN" b="1" dirty="0"/>
              <a:t>Cloud processing</a:t>
            </a:r>
          </a:p>
          <a:p>
            <a:r>
              <a:rPr lang="en-IN" dirty="0"/>
              <a:t>Cloud receives alert → stores in </a:t>
            </a:r>
            <a:r>
              <a:rPr lang="en-IN" b="1" dirty="0"/>
              <a:t>database</a:t>
            </a:r>
            <a:r>
              <a:rPr lang="en-IN" dirty="0"/>
              <a:t>.</a:t>
            </a:r>
          </a:p>
          <a:p>
            <a:r>
              <a:rPr lang="en-IN" dirty="0"/>
              <a:t>Cloud triggers </a:t>
            </a:r>
            <a:r>
              <a:rPr lang="en-IN" b="1" dirty="0"/>
              <a:t>notification service</a:t>
            </a:r>
            <a:r>
              <a:rPr lang="en-IN" dirty="0"/>
              <a:t> → sends alerts to admin, operator, and emergency contacts.</a:t>
            </a:r>
          </a:p>
          <a:p>
            <a:endParaRPr lang="en-IN" dirty="0"/>
          </a:p>
          <a:p>
            <a:r>
              <a:rPr lang="en-IN" b="1" dirty="0">
                <a:highlight>
                  <a:srgbClr val="C0C0C0"/>
                </a:highlight>
              </a:rPr>
              <a:t>Step 9:</a:t>
            </a:r>
            <a:r>
              <a:rPr lang="en-IN" b="1" dirty="0"/>
              <a:t> Display on dashboard</a:t>
            </a:r>
          </a:p>
          <a:p>
            <a:r>
              <a:rPr lang="en-IN" dirty="0"/>
              <a:t>The </a:t>
            </a:r>
            <a:r>
              <a:rPr lang="en-IN" b="1" dirty="0"/>
              <a:t>Admin Dashboard</a:t>
            </a:r>
            <a:r>
              <a:rPr lang="en-IN" dirty="0"/>
              <a:t> updates the map with the vehicle’s live accident location and logs the event.</a:t>
            </a:r>
          </a:p>
          <a:p>
            <a:endParaRPr lang="en-IN" dirty="0"/>
          </a:p>
          <a:p>
            <a:r>
              <a:rPr lang="en-IN" b="1" dirty="0">
                <a:highlight>
                  <a:srgbClr val="C0C0C0"/>
                </a:highlight>
              </a:rPr>
              <a:t>Step 10: </a:t>
            </a:r>
            <a:r>
              <a:rPr lang="en-IN" b="1" dirty="0"/>
              <a:t>End</a:t>
            </a:r>
          </a:p>
        </p:txBody>
      </p:sp>
    </p:spTree>
    <p:extLst>
      <p:ext uri="{BB962C8B-B14F-4D97-AF65-F5344CB8AC3E}">
        <p14:creationId xmlns:p14="http://schemas.microsoft.com/office/powerpoint/2010/main" val="28904094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D138804-C575-3F2D-EF84-BE9D0F5F2723}"/>
              </a:ext>
            </a:extLst>
          </p:cNvPr>
          <p:cNvSpPr>
            <a:spLocks noGrp="1"/>
          </p:cNvSpPr>
          <p:nvPr>
            <p:ph type="title"/>
          </p:nvPr>
        </p:nvSpPr>
        <p:spPr>
          <a:xfrm>
            <a:off x="-12700" y="0"/>
            <a:ext cx="9156700" cy="685800"/>
          </a:xfrm>
        </p:spPr>
        <p:txBody>
          <a:bodyPr>
            <a:normAutofit fontScale="90000"/>
            <a:scene3d>
              <a:camera prst="orthographicFront"/>
              <a:lightRig rig="threePt" dir="t"/>
            </a:scene3d>
          </a:bodyPr>
          <a:lstStyle/>
          <a:p>
            <a:pPr algn="ctr" eaLnBrk="1" hangingPunct="1">
              <a:lnSpc>
                <a:spcPct val="150000"/>
              </a:lnSpc>
              <a:defRPr/>
            </a:pPr>
            <a:br>
              <a:rPr dirty="0">
                <a:solidFill>
                  <a:srgbClr val="7030A0"/>
                </a:solidFill>
                <a:sym typeface="+mn-ea"/>
              </a:rPr>
            </a:br>
            <a:r>
              <a:rPr noProof="1">
                <a:ln/>
                <a:solidFill>
                  <a:schemeClr val="accent1"/>
                </a:solidFill>
                <a:effectLst>
                  <a:outerShdw blurRad="38100" dist="25400" dir="5400000" algn="ctr" rotWithShape="0">
                    <a:srgbClr val="6E747A">
                      <a:alpha val="43000"/>
                    </a:srgbClr>
                  </a:outerShdw>
                </a:effectLst>
                <a:sym typeface="+mn-ea"/>
              </a:rPr>
              <a:t>Advantages </a:t>
            </a:r>
            <a:endParaRPr lang="en-US" b="1" dirty="0">
              <a:ln/>
              <a:solidFill>
                <a:schemeClr val="accent1"/>
              </a:solidFill>
              <a:effectLst>
                <a:outerShdw blurRad="38100" dist="25400" dir="5400000" algn="ctr" rotWithShape="0">
                  <a:srgbClr val="6E747A">
                    <a:alpha val="43000"/>
                  </a:srgbClr>
                </a:outerShdw>
              </a:effectLst>
              <a:ea typeface="+mj-ea"/>
              <a:cs typeface="+mj-cs"/>
              <a:sym typeface="+mn-ea"/>
            </a:endParaRPr>
          </a:p>
        </p:txBody>
      </p:sp>
      <p:sp>
        <p:nvSpPr>
          <p:cNvPr id="26627" name="Rectangle 8">
            <a:extLst>
              <a:ext uri="{FF2B5EF4-FFF2-40B4-BE49-F238E27FC236}">
                <a16:creationId xmlns:a16="http://schemas.microsoft.com/office/drawing/2014/main" id="{B94B51F4-B6E7-51FA-7F0D-05CAE38EE6C0}"/>
              </a:ext>
            </a:extLst>
          </p:cNvPr>
          <p:cNvSpPr>
            <a:spLocks noChangeArrowheads="1"/>
          </p:cNvSpPr>
          <p:nvPr/>
        </p:nvSpPr>
        <p:spPr bwMode="auto">
          <a:xfrm>
            <a:off x="8229600" y="5791200"/>
            <a:ext cx="3762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entury Schoolbook" panose="02040604050505020304" pitchFamily="18" charset="0"/>
                <a:cs typeface="Arial" panose="020B0604020202020204" pitchFamily="34" charset="0"/>
              </a:defRPr>
            </a:lvl1pPr>
            <a:lvl2pPr marL="742950" indent="-285750" eaLnBrk="0" hangingPunct="0">
              <a:defRPr>
                <a:solidFill>
                  <a:schemeClr val="tx1"/>
                </a:solidFill>
                <a:latin typeface="Century Schoolbook" panose="02040604050505020304" pitchFamily="18" charset="0"/>
                <a:cs typeface="Arial" panose="020B0604020202020204" pitchFamily="34" charset="0"/>
              </a:defRPr>
            </a:lvl2pPr>
            <a:lvl3pPr marL="1143000" indent="-228600" eaLnBrk="0" hangingPunct="0">
              <a:defRPr>
                <a:solidFill>
                  <a:schemeClr val="tx1"/>
                </a:solidFill>
                <a:latin typeface="Century Schoolbook" panose="02040604050505020304" pitchFamily="18" charset="0"/>
                <a:cs typeface="Arial" panose="020B0604020202020204" pitchFamily="34" charset="0"/>
              </a:defRPr>
            </a:lvl3pPr>
            <a:lvl4pPr marL="1600200" indent="-228600" eaLnBrk="0" hangingPunct="0">
              <a:defRPr>
                <a:solidFill>
                  <a:schemeClr val="tx1"/>
                </a:solidFill>
                <a:latin typeface="Century Schoolbook" panose="02040604050505020304" pitchFamily="18" charset="0"/>
                <a:cs typeface="Arial" panose="020B0604020202020204" pitchFamily="34" charset="0"/>
              </a:defRPr>
            </a:lvl4pPr>
            <a:lvl5pPr marL="2057400" indent="-228600" eaLnBrk="0" hangingPunct="0">
              <a:defRPr>
                <a:solidFill>
                  <a:schemeClr val="tx1"/>
                </a:solidFill>
                <a:latin typeface="Century Schoolbook" panose="02040604050505020304" pitchFamily="18" charset="0"/>
                <a:cs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9pPr>
          </a:lstStyle>
          <a:p>
            <a:pPr eaLnBrk="1" hangingPunct="1"/>
            <a:r>
              <a:rPr lang="en-US" altLang="en-US"/>
              <a:t> </a:t>
            </a:r>
            <a:fld id="{DB5E1015-818A-4526-85A6-FC0505D3BE7D}" type="slidenum">
              <a:rPr lang="en-US" altLang="en-US"/>
              <a:pPr eaLnBrk="1" hangingPunct="1"/>
              <a:t>11</a:t>
            </a:fld>
            <a:endParaRPr lang="en-US" altLang="en-US"/>
          </a:p>
        </p:txBody>
      </p:sp>
      <p:sp>
        <p:nvSpPr>
          <p:cNvPr id="26628" name="Footer Placeholder 4">
            <a:extLst>
              <a:ext uri="{FF2B5EF4-FFF2-40B4-BE49-F238E27FC236}">
                <a16:creationId xmlns:a16="http://schemas.microsoft.com/office/drawing/2014/main" id="{116BFAD7-367A-A697-717E-14C88989A841}"/>
              </a:ext>
            </a:extLst>
          </p:cNvPr>
          <p:cNvSpPr txBox="1">
            <a:spLocks noChangeArrowheads="1"/>
          </p:cNvSpPr>
          <p:nvPr/>
        </p:nvSpPr>
        <p:spPr bwMode="auto">
          <a:xfrm>
            <a:off x="0" y="6492875"/>
            <a:ext cx="91440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entury Schoolbook" panose="02040604050505020304" pitchFamily="18" charset="0"/>
                <a:cs typeface="Arial" panose="020B0604020202020204" pitchFamily="34" charset="0"/>
              </a:defRPr>
            </a:lvl1pPr>
            <a:lvl2pPr marL="742950" indent="-285750" eaLnBrk="0" hangingPunct="0">
              <a:defRPr>
                <a:solidFill>
                  <a:schemeClr val="tx1"/>
                </a:solidFill>
                <a:latin typeface="Century Schoolbook" panose="02040604050505020304" pitchFamily="18" charset="0"/>
                <a:cs typeface="Arial" panose="020B0604020202020204" pitchFamily="34" charset="0"/>
              </a:defRPr>
            </a:lvl2pPr>
            <a:lvl3pPr marL="1143000" indent="-228600" eaLnBrk="0" hangingPunct="0">
              <a:defRPr>
                <a:solidFill>
                  <a:schemeClr val="tx1"/>
                </a:solidFill>
                <a:latin typeface="Century Schoolbook" panose="02040604050505020304" pitchFamily="18" charset="0"/>
                <a:cs typeface="Arial" panose="020B0604020202020204" pitchFamily="34" charset="0"/>
              </a:defRPr>
            </a:lvl3pPr>
            <a:lvl4pPr marL="1600200" indent="-228600" eaLnBrk="0" hangingPunct="0">
              <a:defRPr>
                <a:solidFill>
                  <a:schemeClr val="tx1"/>
                </a:solidFill>
                <a:latin typeface="Century Schoolbook" panose="02040604050505020304" pitchFamily="18" charset="0"/>
                <a:cs typeface="Arial" panose="020B0604020202020204" pitchFamily="34" charset="0"/>
              </a:defRPr>
            </a:lvl4pPr>
            <a:lvl5pPr marL="2057400" indent="-228600" eaLnBrk="0" hangingPunct="0">
              <a:defRPr>
                <a:solidFill>
                  <a:schemeClr val="tx1"/>
                </a:solidFill>
                <a:latin typeface="Century Schoolbook" panose="02040604050505020304" pitchFamily="18" charset="0"/>
                <a:cs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9pPr>
          </a:lstStyle>
          <a:p>
            <a:pPr algn="ctr" eaLnBrk="1" hangingPunct="1"/>
            <a:r>
              <a:rPr lang="en-US" altLang="en-US" sz="1200" dirty="0">
                <a:solidFill>
                  <a:schemeClr val="tx2"/>
                </a:solidFill>
              </a:rPr>
              <a:t>                              LGNSCOE, Nashik	     </a:t>
            </a:r>
          </a:p>
        </p:txBody>
      </p:sp>
      <p:sp>
        <p:nvSpPr>
          <p:cNvPr id="26629" name="Content Placeholder 1">
            <a:extLst>
              <a:ext uri="{FF2B5EF4-FFF2-40B4-BE49-F238E27FC236}">
                <a16:creationId xmlns:a16="http://schemas.microsoft.com/office/drawing/2014/main" id="{132DD8B7-1A8A-5216-0E90-EB9C07277DEA}"/>
              </a:ext>
            </a:extLst>
          </p:cNvPr>
          <p:cNvSpPr>
            <a:spLocks noGrp="1" noChangeArrowheads="1"/>
          </p:cNvSpPr>
          <p:nvPr>
            <p:ph sz="quarter" idx="1"/>
          </p:nvPr>
        </p:nvSpPr>
        <p:spPr>
          <a:xfrm>
            <a:off x="304912" y="1017588"/>
            <a:ext cx="8081758" cy="4977874"/>
          </a:xfrm>
        </p:spPr>
        <p:txBody>
          <a:bodyPr/>
          <a:lstStyle/>
          <a:p>
            <a:pPr marL="342900" lvl="0" indent="-342900">
              <a:spcBef>
                <a:spcPct val="0"/>
              </a:spcBef>
              <a:buClrTx/>
              <a:buSzTx/>
              <a:buFont typeface="+mj-lt"/>
              <a:buAutoNum type="arabicParenR"/>
            </a:pPr>
            <a:r>
              <a:rPr lang="en-US" altLang="en-US" sz="2000" b="1" dirty="0">
                <a:latin typeface="Arial" panose="020B0604020202020204" pitchFamily="34" charset="0"/>
              </a:rPr>
              <a:t>Instant Alert:</a:t>
            </a:r>
            <a:r>
              <a:rPr lang="en-US" altLang="en-US" sz="2000" dirty="0">
                <a:latin typeface="Arial" panose="020B0604020202020204" pitchFamily="34" charset="0"/>
              </a:rPr>
              <a:t>- Sends immediate alert to contacts.</a:t>
            </a:r>
          </a:p>
          <a:p>
            <a:pPr marL="342900" lvl="0" indent="-342900">
              <a:spcBef>
                <a:spcPct val="0"/>
              </a:spcBef>
              <a:buClrTx/>
              <a:buSzTx/>
              <a:buFont typeface="+mj-lt"/>
              <a:buAutoNum type="arabicParenR"/>
            </a:pPr>
            <a:r>
              <a:rPr lang="en-US" altLang="en-US" sz="2000" b="1" dirty="0">
                <a:latin typeface="Arial" panose="020B0604020202020204" pitchFamily="34" charset="0"/>
              </a:rPr>
              <a:t>GPS Tracking:</a:t>
            </a:r>
            <a:r>
              <a:rPr lang="en-US" altLang="en-US" sz="2000" dirty="0">
                <a:latin typeface="Arial" panose="020B0604020202020204" pitchFamily="34" charset="0"/>
              </a:rPr>
              <a:t>- Tracks real-time accident location.</a:t>
            </a:r>
          </a:p>
          <a:p>
            <a:pPr marL="342900" lvl="0" indent="-342900">
              <a:spcBef>
                <a:spcPct val="0"/>
              </a:spcBef>
              <a:buClrTx/>
              <a:buSzTx/>
              <a:buFont typeface="+mj-lt"/>
              <a:buAutoNum type="arabicParenR"/>
            </a:pPr>
            <a:r>
              <a:rPr lang="en-US" altLang="en-US" sz="2000" b="1" dirty="0">
                <a:latin typeface="Arial" panose="020B0604020202020204" pitchFamily="34" charset="0"/>
              </a:rPr>
              <a:t>Saves Lives:</a:t>
            </a:r>
            <a:r>
              <a:rPr lang="en-US" altLang="en-US" sz="2000" dirty="0">
                <a:latin typeface="Arial" panose="020B0604020202020204" pitchFamily="34" charset="0"/>
              </a:rPr>
              <a:t>-  Helps provide quick medical help.</a:t>
            </a:r>
          </a:p>
          <a:p>
            <a:pPr marL="342900" lvl="0" indent="-342900">
              <a:spcBef>
                <a:spcPct val="0"/>
              </a:spcBef>
              <a:buClrTx/>
              <a:buSzTx/>
              <a:buFont typeface="+mj-lt"/>
              <a:buAutoNum type="arabicParenR"/>
            </a:pPr>
            <a:r>
              <a:rPr lang="en-US" altLang="en-US" sz="2000" b="1" dirty="0">
                <a:latin typeface="Arial" panose="020B0604020202020204" pitchFamily="34" charset="0"/>
              </a:rPr>
              <a:t>Automatic System:</a:t>
            </a:r>
            <a:r>
              <a:rPr lang="en-US" altLang="en-US" sz="2000" dirty="0">
                <a:latin typeface="Arial" panose="020B0604020202020204" pitchFamily="34" charset="0"/>
              </a:rPr>
              <a:t>- Reduces human error.</a:t>
            </a:r>
          </a:p>
          <a:p>
            <a:pPr marL="342900" lvl="0" indent="-342900">
              <a:spcBef>
                <a:spcPct val="0"/>
              </a:spcBef>
              <a:buClrTx/>
              <a:buSzTx/>
              <a:buFont typeface="+mj-lt"/>
              <a:buAutoNum type="arabicParenR"/>
            </a:pPr>
            <a:r>
              <a:rPr lang="en-US" altLang="en-US" sz="2000" b="1" dirty="0">
                <a:latin typeface="Arial" panose="020B0604020202020204" pitchFamily="34" charset="0"/>
              </a:rPr>
              <a:t>Low Cost:</a:t>
            </a:r>
            <a:r>
              <a:rPr lang="en-US" altLang="en-US" sz="2000" dirty="0">
                <a:latin typeface="Arial" panose="020B0604020202020204" pitchFamily="34" charset="0"/>
              </a:rPr>
              <a:t>-  Simple and affordable IoT solution.</a:t>
            </a:r>
          </a:p>
          <a:p>
            <a:pPr marL="342900" lvl="0" indent="-342900">
              <a:spcBef>
                <a:spcPct val="0"/>
              </a:spcBef>
              <a:buClrTx/>
              <a:buSzTx/>
              <a:buFont typeface="+mj-lt"/>
              <a:buAutoNum type="arabicParenR"/>
            </a:pPr>
            <a:r>
              <a:rPr lang="en-US" altLang="en-US" sz="2000" b="1" dirty="0">
                <a:latin typeface="Arial" panose="020B0604020202020204" pitchFamily="34" charset="0"/>
              </a:rPr>
              <a:t>Data Storage:</a:t>
            </a:r>
            <a:r>
              <a:rPr lang="en-US" altLang="en-US" sz="2000" dirty="0">
                <a:latin typeface="Arial" panose="020B0604020202020204" pitchFamily="34" charset="0"/>
              </a:rPr>
              <a:t>-  Stores data for future use.</a:t>
            </a:r>
          </a:p>
          <a:p>
            <a:pPr marL="342900" lvl="0" indent="-342900">
              <a:spcBef>
                <a:spcPct val="0"/>
              </a:spcBef>
              <a:buClrTx/>
              <a:buSzTx/>
              <a:buFont typeface="+mj-lt"/>
              <a:buAutoNum type="arabicParenR"/>
            </a:pPr>
            <a:r>
              <a:rPr lang="en-US" altLang="en-US" sz="2000" b="1" dirty="0">
                <a:latin typeface="Arial" panose="020B0604020202020204" pitchFamily="34" charset="0"/>
              </a:rPr>
              <a:t>Smart City Use:</a:t>
            </a:r>
            <a:r>
              <a:rPr lang="en-US" altLang="en-US" sz="2000" dirty="0">
                <a:latin typeface="Arial" panose="020B0604020202020204" pitchFamily="34" charset="0"/>
              </a:rPr>
              <a:t>-  Can be used in smart city systems.</a:t>
            </a:r>
          </a:p>
          <a:p>
            <a:pPr algn="ctr">
              <a:spcBef>
                <a:spcPct val="0"/>
              </a:spcBef>
            </a:pPr>
            <a:endParaRPr lang="en-US" altLang="en-US" sz="2000" dirty="0">
              <a:latin typeface="Arial" panose="020B0604020202020204" pitchFamily="34" charset="0"/>
            </a:endParaRPr>
          </a:p>
          <a:p>
            <a:pPr marL="0" indent="0" eaLnBrk="1" hangingPunct="1">
              <a:buNone/>
            </a:pPr>
            <a:endParaRPr lang="en-IN"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2A260-E6C3-9DB2-A5B6-7B55F892483E}"/>
              </a:ext>
            </a:extLst>
          </p:cNvPr>
          <p:cNvSpPr>
            <a:spLocks noGrp="1"/>
          </p:cNvSpPr>
          <p:nvPr>
            <p:ph type="title"/>
          </p:nvPr>
        </p:nvSpPr>
        <p:spPr/>
        <p:txBody>
          <a:bodyPr/>
          <a:lstStyle/>
          <a:p>
            <a:pPr algn="ctr"/>
            <a:r>
              <a:rPr lang="en-IN" sz="3200" dirty="0">
                <a:solidFill>
                  <a:schemeClr val="accent1"/>
                </a:solidFill>
              </a:rPr>
              <a:t>Dis-Advantages</a:t>
            </a:r>
            <a:br>
              <a:rPr lang="en-IN" sz="3200" dirty="0">
                <a:solidFill>
                  <a:schemeClr val="accent1"/>
                </a:solidFill>
              </a:rPr>
            </a:br>
            <a:endParaRPr lang="en-IN" dirty="0">
              <a:solidFill>
                <a:schemeClr val="accent1"/>
              </a:solidFill>
            </a:endParaRPr>
          </a:p>
        </p:txBody>
      </p:sp>
      <p:sp>
        <p:nvSpPr>
          <p:cNvPr id="5" name="TextBox 4">
            <a:extLst>
              <a:ext uri="{FF2B5EF4-FFF2-40B4-BE49-F238E27FC236}">
                <a16:creationId xmlns:a16="http://schemas.microsoft.com/office/drawing/2014/main" id="{1880556A-636F-9B7F-B70D-C19D43C0D452}"/>
              </a:ext>
            </a:extLst>
          </p:cNvPr>
          <p:cNvSpPr txBox="1"/>
          <p:nvPr/>
        </p:nvSpPr>
        <p:spPr>
          <a:xfrm>
            <a:off x="609704" y="1417638"/>
            <a:ext cx="7543710" cy="1938992"/>
          </a:xfrm>
          <a:prstGeom prst="rect">
            <a:avLst/>
          </a:prstGeom>
          <a:noFill/>
        </p:spPr>
        <p:txBody>
          <a:bodyPr wrap="square">
            <a:spAutoFit/>
          </a:bodyPr>
          <a:lstStyle/>
          <a:p>
            <a:pPr marL="342900" lvl="0" indent="-342900">
              <a:spcBef>
                <a:spcPct val="0"/>
              </a:spcBef>
              <a:buClrTx/>
              <a:buSzTx/>
              <a:buFont typeface="+mj-lt"/>
              <a:buAutoNum type="arabicParenR"/>
            </a:pPr>
            <a:r>
              <a:rPr lang="en-US" altLang="en-US" sz="2000" b="1" dirty="0">
                <a:latin typeface="Arial" panose="020B0604020202020204" pitchFamily="34" charset="0"/>
              </a:rPr>
              <a:t>Internet Needed:- </a:t>
            </a:r>
            <a:r>
              <a:rPr lang="en-US" altLang="en-US" sz="2000" dirty="0">
                <a:latin typeface="Arial" panose="020B0604020202020204" pitchFamily="34" charset="0"/>
              </a:rPr>
              <a:t> Works only with internet connection.</a:t>
            </a:r>
          </a:p>
          <a:p>
            <a:pPr marL="342900" lvl="0" indent="-342900">
              <a:spcBef>
                <a:spcPct val="0"/>
              </a:spcBef>
              <a:buClrTx/>
              <a:buSzTx/>
              <a:buFont typeface="+mj-lt"/>
              <a:buAutoNum type="arabicParenR"/>
            </a:pPr>
            <a:r>
              <a:rPr lang="en-US" altLang="en-US" sz="2000" b="1" dirty="0">
                <a:latin typeface="Arial" panose="020B0604020202020204" pitchFamily="34" charset="0"/>
              </a:rPr>
              <a:t>False Alerts:-</a:t>
            </a:r>
            <a:r>
              <a:rPr lang="en-US" altLang="en-US" sz="2000" dirty="0">
                <a:latin typeface="Arial" panose="020B0604020202020204" pitchFamily="34" charset="0"/>
              </a:rPr>
              <a:t>  May send wrong alerts sometimes.</a:t>
            </a:r>
          </a:p>
          <a:p>
            <a:pPr marL="342900" lvl="0" indent="-342900">
              <a:spcBef>
                <a:spcPct val="0"/>
              </a:spcBef>
              <a:buClrTx/>
              <a:buSzTx/>
              <a:buFont typeface="+mj-lt"/>
              <a:buAutoNum type="arabicParenR"/>
            </a:pPr>
            <a:r>
              <a:rPr lang="en-US" altLang="en-US" sz="2000" b="1" dirty="0">
                <a:latin typeface="Arial" panose="020B0604020202020204" pitchFamily="34" charset="0"/>
              </a:rPr>
              <a:t>Power Use:-</a:t>
            </a:r>
            <a:r>
              <a:rPr lang="en-US" altLang="en-US" sz="2000" dirty="0">
                <a:latin typeface="Arial" panose="020B0604020202020204" pitchFamily="34" charset="0"/>
              </a:rPr>
              <a:t>  Needs continuous power supply.</a:t>
            </a:r>
          </a:p>
          <a:p>
            <a:pPr marL="342900" lvl="0" indent="-342900">
              <a:spcBef>
                <a:spcPct val="0"/>
              </a:spcBef>
              <a:buClrTx/>
              <a:buSzTx/>
              <a:buFont typeface="+mj-lt"/>
              <a:buAutoNum type="arabicParenR"/>
            </a:pPr>
            <a:r>
              <a:rPr lang="en-US" altLang="en-US" sz="2000" b="1" dirty="0">
                <a:latin typeface="Arial" panose="020B0604020202020204" pitchFamily="34" charset="0"/>
              </a:rPr>
              <a:t>Maintenance:-</a:t>
            </a:r>
            <a:r>
              <a:rPr lang="en-US" altLang="en-US" sz="2000" dirty="0">
                <a:latin typeface="Arial" panose="020B0604020202020204" pitchFamily="34" charset="0"/>
              </a:rPr>
              <a:t>  Sensors need regular check-up.</a:t>
            </a:r>
          </a:p>
          <a:p>
            <a:pPr marL="342900" lvl="0" indent="-342900">
              <a:spcBef>
                <a:spcPct val="0"/>
              </a:spcBef>
              <a:buClrTx/>
              <a:buSzTx/>
              <a:buFont typeface="+mj-lt"/>
              <a:buAutoNum type="arabicParenR"/>
            </a:pPr>
            <a:r>
              <a:rPr lang="en-US" altLang="en-US" sz="2000" b="1" dirty="0">
                <a:latin typeface="Arial" panose="020B0604020202020204" pitchFamily="34" charset="0"/>
              </a:rPr>
              <a:t>Poor Network:-</a:t>
            </a:r>
            <a:r>
              <a:rPr lang="en-US" altLang="en-US" sz="2000" dirty="0">
                <a:latin typeface="Arial" panose="020B0604020202020204" pitchFamily="34" charset="0"/>
              </a:rPr>
              <a:t>  Alerts may fail in weak network areas.</a:t>
            </a:r>
          </a:p>
          <a:p>
            <a:pPr marL="342900" lvl="0" indent="-342900">
              <a:spcBef>
                <a:spcPct val="0"/>
              </a:spcBef>
              <a:buClrTx/>
              <a:buSzTx/>
              <a:buFont typeface="+mj-lt"/>
              <a:buAutoNum type="arabicParenR"/>
            </a:pPr>
            <a:r>
              <a:rPr lang="en-US" altLang="en-US" sz="2000" b="1" dirty="0">
                <a:latin typeface="Arial" panose="020B0604020202020204" pitchFamily="34" charset="0"/>
              </a:rPr>
              <a:t>Privacy Issue:-</a:t>
            </a:r>
            <a:r>
              <a:rPr lang="en-US" altLang="en-US" sz="2000" dirty="0">
                <a:latin typeface="Arial" panose="020B0604020202020204" pitchFamily="34" charset="0"/>
              </a:rPr>
              <a:t>  Location tracking may affect privacy.</a:t>
            </a:r>
          </a:p>
        </p:txBody>
      </p:sp>
    </p:spTree>
    <p:extLst>
      <p:ext uri="{BB962C8B-B14F-4D97-AF65-F5344CB8AC3E}">
        <p14:creationId xmlns:p14="http://schemas.microsoft.com/office/powerpoint/2010/main" val="7766672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DFFE467-7759-6BEE-0AF0-0D20AFFC701E}"/>
              </a:ext>
            </a:extLst>
          </p:cNvPr>
          <p:cNvSpPr>
            <a:spLocks noGrp="1"/>
          </p:cNvSpPr>
          <p:nvPr>
            <p:ph type="title"/>
          </p:nvPr>
        </p:nvSpPr>
        <p:spPr>
          <a:xfrm>
            <a:off x="-12700" y="0"/>
            <a:ext cx="9156700" cy="685800"/>
          </a:xfrm>
        </p:spPr>
        <p:txBody>
          <a:bodyPr>
            <a:normAutofit fontScale="90000"/>
            <a:scene3d>
              <a:camera prst="orthographicFront"/>
              <a:lightRig rig="threePt" dir="t"/>
            </a:scene3d>
          </a:bodyPr>
          <a:lstStyle/>
          <a:p>
            <a:pPr algn="ctr" eaLnBrk="1" hangingPunct="1">
              <a:lnSpc>
                <a:spcPct val="150000"/>
              </a:lnSpc>
              <a:defRPr/>
            </a:pPr>
            <a:r>
              <a:rPr noProof="1">
                <a:solidFill>
                  <a:schemeClr val="accent1"/>
                </a:solidFill>
                <a:effectLst>
                  <a:outerShdw blurRad="38100" dist="25400" dir="5400000" algn="ctr" rotWithShape="0">
                    <a:srgbClr val="6E747A">
                      <a:alpha val="43000"/>
                    </a:srgbClr>
                  </a:outerShdw>
                </a:effectLst>
                <a:sym typeface="+mn-ea"/>
              </a:rPr>
              <a:t> </a:t>
            </a:r>
            <a:r>
              <a:rPr sz="3100" noProof="1">
                <a:solidFill>
                  <a:schemeClr val="accent1"/>
                </a:solidFill>
                <a:effectLst>
                  <a:outerShdw blurRad="38100" dist="25400" dir="5400000" algn="ctr" rotWithShape="0">
                    <a:srgbClr val="6E747A">
                      <a:alpha val="43000"/>
                    </a:srgbClr>
                  </a:outerShdw>
                </a:effectLst>
                <a:sym typeface="+mn-ea"/>
              </a:rPr>
              <a:t>Application</a:t>
            </a:r>
            <a:endParaRPr lang="en-US" sz="3100" b="1" dirty="0">
              <a:solidFill>
                <a:schemeClr val="accent1"/>
              </a:solidFill>
              <a:effectLst>
                <a:outerShdw blurRad="38100" dist="25400" dir="5400000" algn="ctr" rotWithShape="0">
                  <a:srgbClr val="6E747A">
                    <a:alpha val="43000"/>
                  </a:srgbClr>
                </a:outerShdw>
              </a:effectLst>
              <a:ea typeface="+mj-ea"/>
              <a:cs typeface="+mj-cs"/>
              <a:sym typeface="+mn-ea"/>
            </a:endParaRPr>
          </a:p>
        </p:txBody>
      </p:sp>
      <p:sp>
        <p:nvSpPr>
          <p:cNvPr id="27651" name="Rectangle 8">
            <a:extLst>
              <a:ext uri="{FF2B5EF4-FFF2-40B4-BE49-F238E27FC236}">
                <a16:creationId xmlns:a16="http://schemas.microsoft.com/office/drawing/2014/main" id="{1D340935-96EF-52F8-5597-B1EC22B322C9}"/>
              </a:ext>
            </a:extLst>
          </p:cNvPr>
          <p:cNvSpPr>
            <a:spLocks noChangeArrowheads="1"/>
          </p:cNvSpPr>
          <p:nvPr/>
        </p:nvSpPr>
        <p:spPr bwMode="auto">
          <a:xfrm>
            <a:off x="8229600" y="5791200"/>
            <a:ext cx="3762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entury Schoolbook" panose="02040604050505020304" pitchFamily="18" charset="0"/>
                <a:cs typeface="Arial" panose="020B0604020202020204" pitchFamily="34" charset="0"/>
              </a:defRPr>
            </a:lvl1pPr>
            <a:lvl2pPr marL="742950" indent="-285750" eaLnBrk="0" hangingPunct="0">
              <a:defRPr>
                <a:solidFill>
                  <a:schemeClr val="tx1"/>
                </a:solidFill>
                <a:latin typeface="Century Schoolbook" panose="02040604050505020304" pitchFamily="18" charset="0"/>
                <a:cs typeface="Arial" panose="020B0604020202020204" pitchFamily="34" charset="0"/>
              </a:defRPr>
            </a:lvl2pPr>
            <a:lvl3pPr marL="1143000" indent="-228600" eaLnBrk="0" hangingPunct="0">
              <a:defRPr>
                <a:solidFill>
                  <a:schemeClr val="tx1"/>
                </a:solidFill>
                <a:latin typeface="Century Schoolbook" panose="02040604050505020304" pitchFamily="18" charset="0"/>
                <a:cs typeface="Arial" panose="020B0604020202020204" pitchFamily="34" charset="0"/>
              </a:defRPr>
            </a:lvl3pPr>
            <a:lvl4pPr marL="1600200" indent="-228600" eaLnBrk="0" hangingPunct="0">
              <a:defRPr>
                <a:solidFill>
                  <a:schemeClr val="tx1"/>
                </a:solidFill>
                <a:latin typeface="Century Schoolbook" panose="02040604050505020304" pitchFamily="18" charset="0"/>
                <a:cs typeface="Arial" panose="020B0604020202020204" pitchFamily="34" charset="0"/>
              </a:defRPr>
            </a:lvl4pPr>
            <a:lvl5pPr marL="2057400" indent="-228600" eaLnBrk="0" hangingPunct="0">
              <a:defRPr>
                <a:solidFill>
                  <a:schemeClr val="tx1"/>
                </a:solidFill>
                <a:latin typeface="Century Schoolbook" panose="02040604050505020304" pitchFamily="18" charset="0"/>
                <a:cs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9pPr>
          </a:lstStyle>
          <a:p>
            <a:pPr eaLnBrk="1" hangingPunct="1"/>
            <a:r>
              <a:rPr lang="en-US" altLang="en-US"/>
              <a:t> </a:t>
            </a:r>
            <a:fld id="{624AF83B-3EE0-41FA-9A82-B41B3F499E49}" type="slidenum">
              <a:rPr lang="en-US" altLang="en-US"/>
              <a:pPr eaLnBrk="1" hangingPunct="1"/>
              <a:t>13</a:t>
            </a:fld>
            <a:endParaRPr lang="en-US" altLang="en-US"/>
          </a:p>
        </p:txBody>
      </p:sp>
      <p:sp>
        <p:nvSpPr>
          <p:cNvPr id="27652" name="Footer Placeholder 4">
            <a:extLst>
              <a:ext uri="{FF2B5EF4-FFF2-40B4-BE49-F238E27FC236}">
                <a16:creationId xmlns:a16="http://schemas.microsoft.com/office/drawing/2014/main" id="{DCC6883D-1B8E-A107-5547-51E582DB10F9}"/>
              </a:ext>
            </a:extLst>
          </p:cNvPr>
          <p:cNvSpPr txBox="1">
            <a:spLocks noChangeArrowheads="1"/>
          </p:cNvSpPr>
          <p:nvPr/>
        </p:nvSpPr>
        <p:spPr bwMode="auto">
          <a:xfrm>
            <a:off x="0" y="6492875"/>
            <a:ext cx="91440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entury Schoolbook" panose="02040604050505020304" pitchFamily="18" charset="0"/>
                <a:cs typeface="Arial" panose="020B0604020202020204" pitchFamily="34" charset="0"/>
              </a:defRPr>
            </a:lvl1pPr>
            <a:lvl2pPr marL="742950" indent="-285750" eaLnBrk="0" hangingPunct="0">
              <a:defRPr>
                <a:solidFill>
                  <a:schemeClr val="tx1"/>
                </a:solidFill>
                <a:latin typeface="Century Schoolbook" panose="02040604050505020304" pitchFamily="18" charset="0"/>
                <a:cs typeface="Arial" panose="020B0604020202020204" pitchFamily="34" charset="0"/>
              </a:defRPr>
            </a:lvl2pPr>
            <a:lvl3pPr marL="1143000" indent="-228600" eaLnBrk="0" hangingPunct="0">
              <a:defRPr>
                <a:solidFill>
                  <a:schemeClr val="tx1"/>
                </a:solidFill>
                <a:latin typeface="Century Schoolbook" panose="02040604050505020304" pitchFamily="18" charset="0"/>
                <a:cs typeface="Arial" panose="020B0604020202020204" pitchFamily="34" charset="0"/>
              </a:defRPr>
            </a:lvl3pPr>
            <a:lvl4pPr marL="1600200" indent="-228600" eaLnBrk="0" hangingPunct="0">
              <a:defRPr>
                <a:solidFill>
                  <a:schemeClr val="tx1"/>
                </a:solidFill>
                <a:latin typeface="Century Schoolbook" panose="02040604050505020304" pitchFamily="18" charset="0"/>
                <a:cs typeface="Arial" panose="020B0604020202020204" pitchFamily="34" charset="0"/>
              </a:defRPr>
            </a:lvl4pPr>
            <a:lvl5pPr marL="2057400" indent="-228600" eaLnBrk="0" hangingPunct="0">
              <a:defRPr>
                <a:solidFill>
                  <a:schemeClr val="tx1"/>
                </a:solidFill>
                <a:latin typeface="Century Schoolbook" panose="02040604050505020304" pitchFamily="18" charset="0"/>
                <a:cs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9pPr>
          </a:lstStyle>
          <a:p>
            <a:pPr algn="ctr" eaLnBrk="1" hangingPunct="1"/>
            <a:r>
              <a:rPr lang="en-US" altLang="en-US" sz="1200" dirty="0">
                <a:solidFill>
                  <a:schemeClr val="tx2"/>
                </a:solidFill>
              </a:rPr>
              <a:t>LGNSCOE, Nashik	     </a:t>
            </a:r>
          </a:p>
        </p:txBody>
      </p:sp>
      <p:sp>
        <p:nvSpPr>
          <p:cNvPr id="27653" name="Content Placeholder 1">
            <a:extLst>
              <a:ext uri="{FF2B5EF4-FFF2-40B4-BE49-F238E27FC236}">
                <a16:creationId xmlns:a16="http://schemas.microsoft.com/office/drawing/2014/main" id="{1DCA900A-0933-BF39-4F0D-82D5677675E7}"/>
              </a:ext>
            </a:extLst>
          </p:cNvPr>
          <p:cNvSpPr>
            <a:spLocks noGrp="1" noChangeArrowheads="1"/>
          </p:cNvSpPr>
          <p:nvPr>
            <p:ph sz="quarter" idx="1"/>
          </p:nvPr>
        </p:nvSpPr>
        <p:spPr>
          <a:xfrm>
            <a:off x="500640" y="1152525"/>
            <a:ext cx="8610488" cy="4873625"/>
          </a:xfrm>
        </p:spPr>
        <p:txBody>
          <a:bodyPr/>
          <a:lstStyle/>
          <a:p>
            <a:pPr marL="457200" lvl="0" indent="-457200">
              <a:spcBef>
                <a:spcPct val="0"/>
              </a:spcBef>
              <a:buClrTx/>
              <a:buSzTx/>
              <a:buFont typeface="+mj-lt"/>
              <a:buAutoNum type="arabicParenR"/>
            </a:pPr>
            <a:r>
              <a:rPr lang="en-US" altLang="en-US" sz="2000" dirty="0">
                <a:latin typeface="Arial" panose="020B0604020202020204" pitchFamily="34" charset="0"/>
              </a:rPr>
              <a:t> Used on highways to detect accidents automatically.</a:t>
            </a:r>
          </a:p>
          <a:p>
            <a:pPr marL="514350" lvl="0" indent="-514350">
              <a:spcBef>
                <a:spcPct val="0"/>
              </a:spcBef>
              <a:buClrTx/>
              <a:buSzTx/>
              <a:buFont typeface="+mj-lt"/>
              <a:buAutoNum type="arabicParenR"/>
            </a:pPr>
            <a:endParaRPr lang="en-US" altLang="en-US" sz="2000" dirty="0">
              <a:latin typeface="Arial" panose="020B0604020202020204" pitchFamily="34" charset="0"/>
            </a:endParaRPr>
          </a:p>
          <a:p>
            <a:pPr marL="342900" lvl="0" indent="-342900">
              <a:spcBef>
                <a:spcPct val="0"/>
              </a:spcBef>
              <a:buClrTx/>
              <a:buSzTx/>
              <a:buFont typeface="+mj-lt"/>
              <a:buAutoNum type="arabicParenR"/>
            </a:pPr>
            <a:r>
              <a:rPr lang="en-US" altLang="en-US" sz="2000" dirty="0">
                <a:latin typeface="Arial" panose="020B0604020202020204" pitchFamily="34" charset="0"/>
              </a:rPr>
              <a:t>Helps hospitals and ambulances respond faster.</a:t>
            </a:r>
          </a:p>
          <a:p>
            <a:pPr marL="514350" lvl="0" indent="-514350">
              <a:spcBef>
                <a:spcPct val="0"/>
              </a:spcBef>
              <a:buClrTx/>
              <a:buSzTx/>
              <a:buFont typeface="+mj-lt"/>
              <a:buAutoNum type="arabicParenR"/>
            </a:pPr>
            <a:endParaRPr lang="en-US" altLang="en-US" sz="2000" dirty="0">
              <a:latin typeface="Arial" panose="020B0604020202020204" pitchFamily="34" charset="0"/>
            </a:endParaRPr>
          </a:p>
          <a:p>
            <a:pPr marL="342900" lvl="0" indent="-342900">
              <a:spcBef>
                <a:spcPct val="0"/>
              </a:spcBef>
              <a:buClrTx/>
              <a:buSzTx/>
              <a:buFont typeface="+mj-lt"/>
              <a:buAutoNum type="arabicParenR"/>
            </a:pPr>
            <a:r>
              <a:rPr lang="en-US" altLang="en-US" sz="2000" dirty="0">
                <a:latin typeface="Arial" panose="020B0604020202020204" pitchFamily="34" charset="0"/>
              </a:rPr>
              <a:t> Assists police and traffic control in managing accidents.</a:t>
            </a:r>
          </a:p>
          <a:p>
            <a:pPr marL="514350" lvl="0" indent="-514350">
              <a:spcBef>
                <a:spcPct val="0"/>
              </a:spcBef>
              <a:buClrTx/>
              <a:buSzTx/>
              <a:buFont typeface="+mj-lt"/>
              <a:buAutoNum type="arabicParenR"/>
            </a:pPr>
            <a:endParaRPr lang="en-US" altLang="en-US" sz="2000" dirty="0">
              <a:latin typeface="Arial" panose="020B0604020202020204" pitchFamily="34" charset="0"/>
            </a:endParaRPr>
          </a:p>
          <a:p>
            <a:pPr marL="342900" lvl="0" indent="-342900">
              <a:spcBef>
                <a:spcPct val="0"/>
              </a:spcBef>
              <a:buClrTx/>
              <a:buSzTx/>
              <a:buFont typeface="+mj-lt"/>
              <a:buAutoNum type="arabicParenR"/>
            </a:pPr>
            <a:r>
              <a:rPr lang="en-US" altLang="en-US" sz="2000" dirty="0">
                <a:latin typeface="Arial" panose="020B0604020202020204" pitchFamily="34" charset="0"/>
              </a:rPr>
              <a:t> Supports smart city traffic and safety systems.</a:t>
            </a:r>
          </a:p>
          <a:p>
            <a:pPr marL="514350" lvl="0" indent="-514350">
              <a:spcBef>
                <a:spcPct val="0"/>
              </a:spcBef>
              <a:buClrTx/>
              <a:buSzTx/>
              <a:buFont typeface="+mj-lt"/>
              <a:buAutoNum type="arabicParenR"/>
            </a:pPr>
            <a:endParaRPr lang="en-US" altLang="en-US" sz="2000" dirty="0">
              <a:latin typeface="Arial" panose="020B0604020202020204" pitchFamily="34" charset="0"/>
            </a:endParaRPr>
          </a:p>
          <a:p>
            <a:pPr marL="342900" lvl="0" indent="-342900">
              <a:spcBef>
                <a:spcPct val="0"/>
              </a:spcBef>
              <a:buClrTx/>
              <a:buSzTx/>
              <a:buFont typeface="+mj-lt"/>
              <a:buAutoNum type="arabicParenR"/>
            </a:pPr>
            <a:r>
              <a:rPr lang="en-US" altLang="en-US" sz="2000" dirty="0">
                <a:latin typeface="Arial" panose="020B0604020202020204" pitchFamily="34" charset="0"/>
              </a:rPr>
              <a:t> Can be installed in modern vehicles for safety.</a:t>
            </a:r>
          </a:p>
          <a:p>
            <a:pPr marL="514350" lvl="0" indent="-514350">
              <a:spcBef>
                <a:spcPct val="0"/>
              </a:spcBef>
              <a:buClrTx/>
              <a:buSzTx/>
              <a:buFont typeface="+mj-lt"/>
              <a:buAutoNum type="arabicParenR"/>
            </a:pPr>
            <a:endParaRPr lang="en-US" altLang="en-US" sz="2000" dirty="0">
              <a:latin typeface="Arial" panose="020B0604020202020204" pitchFamily="34" charset="0"/>
            </a:endParaRPr>
          </a:p>
          <a:p>
            <a:pPr marL="342900" lvl="0" indent="-342900">
              <a:spcBef>
                <a:spcPct val="0"/>
              </a:spcBef>
              <a:buClrTx/>
              <a:buSzTx/>
              <a:buFont typeface="+mj-lt"/>
              <a:buAutoNum type="arabicParenR"/>
            </a:pPr>
            <a:r>
              <a:rPr lang="en-US" altLang="en-US" sz="2000" dirty="0">
                <a:latin typeface="Arial" panose="020B0604020202020204" pitchFamily="34" charset="0"/>
              </a:rPr>
              <a:t> Useful for research, study, and IoT development projects.</a:t>
            </a:r>
          </a:p>
          <a:p>
            <a:pPr eaLnBrk="1" hangingPunct="1"/>
            <a:endParaRPr lang="en-IN"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1FDFF-1F16-0B54-2930-CC0B394365E1}"/>
              </a:ext>
            </a:extLst>
          </p:cNvPr>
          <p:cNvSpPr>
            <a:spLocks noGrp="1"/>
          </p:cNvSpPr>
          <p:nvPr>
            <p:ph type="title"/>
          </p:nvPr>
        </p:nvSpPr>
        <p:spPr>
          <a:xfrm>
            <a:off x="482883" y="685872"/>
            <a:ext cx="7467600" cy="1143000"/>
          </a:xfrm>
        </p:spPr>
        <p:txBody>
          <a:bodyPr>
            <a:noAutofit/>
          </a:bodyPr>
          <a:lstStyle/>
          <a:p>
            <a:pPr marL="0" marR="0" lvl="0" indent="0" algn="ctr" defTabSz="457200" rtl="0" eaLnBrk="1" fontAlgn="auto" latinLnBrk="0" hangingPunct="1">
              <a:lnSpc>
                <a:spcPts val="7388"/>
              </a:lnSpc>
              <a:spcBef>
                <a:spcPct val="0"/>
              </a:spcBef>
              <a:spcAft>
                <a:spcPts val="0"/>
              </a:spcAft>
              <a:tabLst/>
              <a:defRPr/>
            </a:pPr>
            <a:r>
              <a:rPr kumimoji="0" lang="en-US" sz="3200" b="0" i="0" u="none" strike="noStrike" kern="1200" cap="none" spc="-258" normalizeH="0" baseline="0" noProof="0" dirty="0">
                <a:ln>
                  <a:noFill/>
                </a:ln>
                <a:solidFill>
                  <a:schemeClr val="accent1"/>
                </a:solidFill>
                <a:effectLst/>
                <a:uLnTx/>
                <a:uFillTx/>
                <a:ea typeface="Gadugi" panose="020B0502040204020203" pitchFamily="34" charset="0"/>
                <a:cs typeface="Glock Grotesk"/>
                <a:sym typeface="Glock Grotesk"/>
              </a:rPr>
              <a:t>Software &amp; Hardware Requirements</a:t>
            </a:r>
            <a:br>
              <a:rPr kumimoji="0" lang="en-US" sz="3200" b="0" i="0" u="none" strike="noStrike" kern="1200" cap="none" spc="-258" normalizeH="0" baseline="0" noProof="0" dirty="0">
                <a:ln>
                  <a:noFill/>
                </a:ln>
                <a:solidFill>
                  <a:schemeClr val="accent1"/>
                </a:solidFill>
                <a:effectLst/>
                <a:uLnTx/>
                <a:uFillTx/>
                <a:ea typeface="Gadugi" panose="020B0502040204020203" pitchFamily="34" charset="0"/>
                <a:cs typeface="Glock Grotesk"/>
                <a:sym typeface="Glock Grotesk"/>
              </a:rPr>
            </a:br>
            <a:endParaRPr lang="en-IN" sz="3200" dirty="0">
              <a:solidFill>
                <a:schemeClr val="accent1"/>
              </a:solidFill>
            </a:endParaRPr>
          </a:p>
        </p:txBody>
      </p:sp>
      <p:sp>
        <p:nvSpPr>
          <p:cNvPr id="3" name="Content Placeholder 2">
            <a:extLst>
              <a:ext uri="{FF2B5EF4-FFF2-40B4-BE49-F238E27FC236}">
                <a16:creationId xmlns:a16="http://schemas.microsoft.com/office/drawing/2014/main" id="{5D2B9050-BCB7-AF56-BAC6-7E41F17660B4}"/>
              </a:ext>
            </a:extLst>
          </p:cNvPr>
          <p:cNvSpPr>
            <a:spLocks noGrp="1"/>
          </p:cNvSpPr>
          <p:nvPr>
            <p:ph sz="quarter" idx="1"/>
          </p:nvPr>
        </p:nvSpPr>
        <p:spPr>
          <a:xfrm>
            <a:off x="457272" y="992124"/>
            <a:ext cx="7467600" cy="5103806"/>
          </a:xfrm>
        </p:spPr>
        <p:txBody>
          <a:bodyPr/>
          <a:lstStyle/>
          <a:p>
            <a:r>
              <a:rPr lang="en-IN" sz="1600" b="1" dirty="0"/>
              <a:t>Hardware:-</a:t>
            </a:r>
          </a:p>
          <a:p>
            <a:pPr marL="571500" indent="-571500">
              <a:buFont typeface="Wingdings" panose="05000000000000000000" pitchFamily="2" charset="2"/>
              <a:buChar char="q"/>
            </a:pPr>
            <a:r>
              <a:rPr lang="en-IN" sz="1600" dirty="0"/>
              <a:t> ESP32/Arduino microcontroller</a:t>
            </a:r>
          </a:p>
          <a:p>
            <a:pPr marL="571500" indent="-571500">
              <a:buFont typeface="Wingdings" panose="05000000000000000000" pitchFamily="2" charset="2"/>
              <a:buChar char="q"/>
            </a:pPr>
            <a:r>
              <a:rPr lang="en-IN" sz="1600" dirty="0"/>
              <a:t>MPU6050 accelerometer &amp; gyroscope</a:t>
            </a:r>
          </a:p>
          <a:p>
            <a:pPr marL="571500" indent="-571500">
              <a:buFont typeface="Wingdings" panose="05000000000000000000" pitchFamily="2" charset="2"/>
              <a:buChar char="q"/>
            </a:pPr>
            <a:r>
              <a:rPr lang="en-IN" sz="1600" dirty="0"/>
              <a:t>NEO-6M GPS module</a:t>
            </a:r>
          </a:p>
          <a:p>
            <a:pPr marL="571500" indent="-571500">
              <a:buFont typeface="Wingdings" panose="05000000000000000000" pitchFamily="2" charset="2"/>
              <a:buChar char="q"/>
            </a:pPr>
            <a:r>
              <a:rPr lang="en-IN" sz="1600" dirty="0"/>
              <a:t>SIM800L GSM module</a:t>
            </a:r>
          </a:p>
          <a:p>
            <a:pPr marL="571500" indent="-571500">
              <a:buFont typeface="Wingdings" panose="05000000000000000000" pitchFamily="2" charset="2"/>
              <a:buChar char="q"/>
            </a:pPr>
            <a:r>
              <a:rPr lang="en-IN" sz="1600" dirty="0"/>
              <a:t>Rechargeable battery</a:t>
            </a:r>
          </a:p>
          <a:p>
            <a:pPr marL="571500" indent="-571500">
              <a:buFont typeface="Wingdings" panose="05000000000000000000" pitchFamily="2" charset="2"/>
              <a:buChar char="q"/>
            </a:pPr>
            <a:r>
              <a:rPr lang="en-IN" sz="1600" dirty="0"/>
              <a:t>Voltage regulator</a:t>
            </a:r>
          </a:p>
          <a:p>
            <a:pPr marL="571500" indent="-571500">
              <a:buFont typeface="Wingdings" panose="05000000000000000000" pitchFamily="2" charset="2"/>
              <a:buChar char="q"/>
            </a:pPr>
            <a:r>
              <a:rPr lang="en-IN" sz="1600" dirty="0"/>
              <a:t>Casing &amp; connectors</a:t>
            </a:r>
          </a:p>
          <a:p>
            <a:endParaRPr lang="en-IN" sz="1600" b="1" dirty="0"/>
          </a:p>
          <a:p>
            <a:r>
              <a:rPr lang="en-IN" sz="1600" b="1" dirty="0"/>
              <a:t>Software:-</a:t>
            </a:r>
          </a:p>
          <a:p>
            <a:pPr marL="571500" indent="-571500">
              <a:buFont typeface="Wingdings" panose="05000000000000000000" pitchFamily="2" charset="2"/>
              <a:buChar char="q"/>
            </a:pPr>
            <a:r>
              <a:rPr lang="en-IN" sz="1600" dirty="0"/>
              <a:t>Arduino IDE</a:t>
            </a:r>
          </a:p>
          <a:p>
            <a:pPr marL="571500" indent="-571500">
              <a:buFont typeface="Wingdings" panose="05000000000000000000" pitchFamily="2" charset="2"/>
              <a:buChar char="q"/>
            </a:pPr>
            <a:r>
              <a:rPr lang="en-IN" sz="1600" dirty="0"/>
              <a:t>Embedded C/C++</a:t>
            </a:r>
          </a:p>
          <a:p>
            <a:pPr marL="571500" indent="-571500">
              <a:buFont typeface="Wingdings" panose="05000000000000000000" pitchFamily="2" charset="2"/>
              <a:buChar char="q"/>
            </a:pPr>
            <a:r>
              <a:rPr lang="en-IN" sz="1600" dirty="0"/>
              <a:t>MQTT/HTTP communication protocols</a:t>
            </a:r>
          </a:p>
          <a:p>
            <a:pPr marL="571500" indent="-571500">
              <a:buFont typeface="Wingdings" panose="05000000000000000000" pitchFamily="2" charset="2"/>
              <a:buChar char="q"/>
            </a:pPr>
            <a:r>
              <a:rPr lang="en-IN" sz="1600" dirty="0"/>
              <a:t>Firebase/</a:t>
            </a:r>
            <a:r>
              <a:rPr lang="en-IN" sz="1600" dirty="0" err="1"/>
              <a:t>Thingspeak</a:t>
            </a:r>
            <a:r>
              <a:rPr lang="en-IN" sz="1600" dirty="0"/>
              <a:t> cloud platform</a:t>
            </a:r>
          </a:p>
          <a:p>
            <a:pPr marL="571500" indent="-571500">
              <a:buFont typeface="Wingdings" panose="05000000000000000000" pitchFamily="2" charset="2"/>
              <a:buChar char="q"/>
            </a:pPr>
            <a:r>
              <a:rPr lang="en-IN" sz="1600" dirty="0"/>
              <a:t>Google Maps API for location visualization</a:t>
            </a:r>
          </a:p>
          <a:p>
            <a:pPr marL="0" indent="0">
              <a:buNone/>
            </a:pPr>
            <a:endParaRPr lang="en-IN" dirty="0"/>
          </a:p>
        </p:txBody>
      </p:sp>
    </p:spTree>
    <p:extLst>
      <p:ext uri="{BB962C8B-B14F-4D97-AF65-F5344CB8AC3E}">
        <p14:creationId xmlns:p14="http://schemas.microsoft.com/office/powerpoint/2010/main" val="5630051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CA88B-C1B0-76D9-90A0-24BFAE94C440}"/>
              </a:ext>
            </a:extLst>
          </p:cNvPr>
          <p:cNvSpPr>
            <a:spLocks noGrp="1"/>
          </p:cNvSpPr>
          <p:nvPr>
            <p:ph type="title"/>
          </p:nvPr>
        </p:nvSpPr>
        <p:spPr>
          <a:xfrm>
            <a:off x="457308" y="-23920"/>
            <a:ext cx="7391206" cy="1166980"/>
          </a:xfrm>
        </p:spPr>
        <p:txBody>
          <a:bodyPr/>
          <a:lstStyle/>
          <a:p>
            <a:pPr algn="ctr"/>
            <a:r>
              <a:rPr lang="en-US" altLang="en-US" sz="3200" dirty="0">
                <a:solidFill>
                  <a:schemeClr val="accent1"/>
                </a:solidFill>
              </a:rPr>
              <a:t>        Future Scope :-</a:t>
            </a:r>
            <a:br>
              <a:rPr lang="en-US" altLang="en-US" sz="3200" dirty="0">
                <a:solidFill>
                  <a:srgbClr val="7030A0"/>
                </a:solidFill>
              </a:rPr>
            </a:br>
            <a:endParaRPr lang="en-IN" dirty="0"/>
          </a:p>
        </p:txBody>
      </p:sp>
      <p:sp>
        <p:nvSpPr>
          <p:cNvPr id="3" name="Content Placeholder 2">
            <a:extLst>
              <a:ext uri="{FF2B5EF4-FFF2-40B4-BE49-F238E27FC236}">
                <a16:creationId xmlns:a16="http://schemas.microsoft.com/office/drawing/2014/main" id="{0D107DF5-937E-7697-E789-F7F0BBEDF353}"/>
              </a:ext>
            </a:extLst>
          </p:cNvPr>
          <p:cNvSpPr>
            <a:spLocks noGrp="1"/>
          </p:cNvSpPr>
          <p:nvPr>
            <p:ph sz="quarter" idx="1"/>
          </p:nvPr>
        </p:nvSpPr>
        <p:spPr>
          <a:xfrm>
            <a:off x="228714" y="762070"/>
            <a:ext cx="8305690" cy="6248236"/>
          </a:xfrm>
        </p:spPr>
        <p:txBody>
          <a:bodyPr/>
          <a:lstStyle/>
          <a:p>
            <a:r>
              <a:rPr lang="en-US" sz="2000" dirty="0"/>
              <a:t>This system can be improved using AI and Machine Learning for better accuracy.</a:t>
            </a:r>
          </a:p>
          <a:p>
            <a:endParaRPr lang="en-US" sz="2000" dirty="0"/>
          </a:p>
          <a:p>
            <a:r>
              <a:rPr lang="en-US" sz="2000" dirty="0"/>
              <a:t>It can be connected with hospitals, police, and ambulance services. </a:t>
            </a:r>
          </a:p>
          <a:p>
            <a:endParaRPr lang="en-US" sz="2000" dirty="0"/>
          </a:p>
          <a:p>
            <a:r>
              <a:rPr lang="en-US" sz="2000" dirty="0"/>
              <a:t>A mobile app can be developed for real-time alerts and tracking .</a:t>
            </a:r>
          </a:p>
          <a:p>
            <a:endParaRPr lang="en-US" sz="2000" dirty="0"/>
          </a:p>
          <a:p>
            <a:r>
              <a:rPr lang="en-US" sz="2000" dirty="0"/>
              <a:t>Cloud storage can be used to save and analyze accident data .</a:t>
            </a:r>
          </a:p>
          <a:p>
            <a:endParaRPr lang="en-US" sz="2000" dirty="0"/>
          </a:p>
          <a:p>
            <a:r>
              <a:rPr lang="en-US" sz="2000" dirty="0"/>
              <a:t>It can be integrated with smart city systems and traffic signals.</a:t>
            </a:r>
          </a:p>
          <a:p>
            <a:pPr marL="0" indent="0">
              <a:buNone/>
            </a:pPr>
            <a:r>
              <a:rPr lang="en-US" sz="2000" dirty="0"/>
              <a:t> </a:t>
            </a:r>
          </a:p>
          <a:p>
            <a:r>
              <a:rPr lang="en-US" sz="2000" dirty="0"/>
              <a:t>Advanced features like driver health monitoring and voice alerts can be added .</a:t>
            </a:r>
          </a:p>
          <a:p>
            <a:endParaRPr lang="en-US" sz="2000" dirty="0"/>
          </a:p>
          <a:p>
            <a:r>
              <a:rPr lang="en-US" sz="2000" dirty="0"/>
              <a:t>The system can help in improving road safety and saving lives in the future .</a:t>
            </a:r>
          </a:p>
          <a:p>
            <a:endParaRPr lang="en-IN" dirty="0"/>
          </a:p>
        </p:txBody>
      </p:sp>
    </p:spTree>
    <p:extLst>
      <p:ext uri="{BB962C8B-B14F-4D97-AF65-F5344CB8AC3E}">
        <p14:creationId xmlns:p14="http://schemas.microsoft.com/office/powerpoint/2010/main" val="21533114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4113957-B691-1152-C23F-A1BE52912830}"/>
              </a:ext>
            </a:extLst>
          </p:cNvPr>
          <p:cNvSpPr>
            <a:spLocks noGrp="1"/>
          </p:cNvSpPr>
          <p:nvPr>
            <p:ph type="title"/>
          </p:nvPr>
        </p:nvSpPr>
        <p:spPr>
          <a:xfrm>
            <a:off x="-12700" y="0"/>
            <a:ext cx="9156700" cy="609600"/>
          </a:xfrm>
        </p:spPr>
        <p:txBody>
          <a:bodyPr/>
          <a:lstStyle/>
          <a:p>
            <a:pPr algn="ctr" eaLnBrk="1" fontAlgn="auto" hangingPunct="1">
              <a:spcAft>
                <a:spcPts val="0"/>
              </a:spcAft>
              <a:defRPr/>
            </a:pPr>
            <a:r>
              <a:rPr lang="en-US" b="1" dirty="0">
                <a:solidFill>
                  <a:srgbClr val="C00000"/>
                </a:solidFill>
                <a:ea typeface="+mj-ea"/>
                <a:cs typeface="+mj-cs"/>
              </a:rPr>
              <a:t>Conclusion</a:t>
            </a:r>
          </a:p>
        </p:txBody>
      </p:sp>
      <p:sp>
        <p:nvSpPr>
          <p:cNvPr id="28675" name="Content Placeholder 2">
            <a:extLst>
              <a:ext uri="{FF2B5EF4-FFF2-40B4-BE49-F238E27FC236}">
                <a16:creationId xmlns:a16="http://schemas.microsoft.com/office/drawing/2014/main" id="{36A60A40-0154-5C3A-22DC-0F74C358DFDF}"/>
              </a:ext>
            </a:extLst>
          </p:cNvPr>
          <p:cNvSpPr>
            <a:spLocks noGrp="1" noChangeArrowheads="1"/>
          </p:cNvSpPr>
          <p:nvPr>
            <p:ph sz="quarter" idx="1"/>
          </p:nvPr>
        </p:nvSpPr>
        <p:spPr>
          <a:xfrm>
            <a:off x="276225" y="937418"/>
            <a:ext cx="8382000" cy="4525963"/>
          </a:xfrm>
        </p:spPr>
        <p:txBody>
          <a:bodyPr/>
          <a:lstStyle/>
          <a:p>
            <a:pPr marL="0" indent="0">
              <a:buNone/>
            </a:pPr>
            <a:r>
              <a:rPr lang="en-US" sz="1600" dirty="0"/>
              <a:t>The Smart Accident Detection and Alert System using IoT is an innovative project designed to improve road safety and reduce the number of fatalities caused by delayed medical help.</a:t>
            </a:r>
            <a:br>
              <a:rPr lang="en-US" sz="1600" dirty="0"/>
            </a:br>
            <a:r>
              <a:rPr lang="en-US" sz="1600" dirty="0"/>
              <a:t>This system uses IoT-based sensors, GPS, and communication modules to detect accidents in real time and send instant alerts to emergency services and registered contacts.</a:t>
            </a:r>
          </a:p>
          <a:p>
            <a:pPr marL="0" indent="0">
              <a:buNone/>
            </a:pPr>
            <a:r>
              <a:rPr lang="en-US" sz="1600" dirty="0"/>
              <a:t>By providing quick information about the accident location, the system helps in faster rescue operations and timely medical assistance.</a:t>
            </a:r>
          </a:p>
          <a:p>
            <a:pPr marL="0" indent="0">
              <a:buNone/>
            </a:pPr>
            <a:br>
              <a:rPr lang="en-US" sz="1600" dirty="0"/>
            </a:br>
            <a:r>
              <a:rPr lang="en-US" sz="1600" dirty="0"/>
              <a:t>It minimizes human involvement and errors by working automatically and ensures that help reaches the victim as soon as possible.</a:t>
            </a:r>
          </a:p>
          <a:p>
            <a:pPr marL="0" indent="0">
              <a:buNone/>
            </a:pPr>
            <a:r>
              <a:rPr lang="en-US" sz="1600" dirty="0"/>
              <a:t>Overall, this IoT-based system is a </a:t>
            </a:r>
            <a:r>
              <a:rPr lang="en-US" sz="1600" b="1" dirty="0"/>
              <a:t>cost-effective, reliable, and efficient solution</a:t>
            </a:r>
            <a:r>
              <a:rPr lang="en-US" sz="1600" dirty="0"/>
              <a:t> for modern transportation networks.</a:t>
            </a:r>
          </a:p>
          <a:p>
            <a:pPr marL="0" indent="0">
              <a:buNone/>
            </a:pPr>
            <a:br>
              <a:rPr lang="en-US" sz="1600" dirty="0"/>
            </a:br>
            <a:r>
              <a:rPr lang="en-US" sz="1600" dirty="0"/>
              <a:t>It can be further enhanced and integrated with </a:t>
            </a:r>
            <a:r>
              <a:rPr lang="en-US" sz="1600" b="1" dirty="0"/>
              <a:t>smart city infrastructure</a:t>
            </a:r>
            <a:r>
              <a:rPr lang="en-US" sz="1600" dirty="0"/>
              <a:t> to create a safer and more connected environment for all road users.</a:t>
            </a:r>
          </a:p>
          <a:p>
            <a:pPr marL="0" indent="0" eaLnBrk="1" hangingPunct="1">
              <a:buNone/>
            </a:pPr>
            <a:endParaRPr lang="en-US" altLang="en-US" sz="2000" dirty="0"/>
          </a:p>
        </p:txBody>
      </p:sp>
      <p:sp>
        <p:nvSpPr>
          <p:cNvPr id="28676" name="Footer Placeholder 4">
            <a:extLst>
              <a:ext uri="{FF2B5EF4-FFF2-40B4-BE49-F238E27FC236}">
                <a16:creationId xmlns:a16="http://schemas.microsoft.com/office/drawing/2014/main" id="{AF628339-5889-262A-9646-F93DAFD0AFB3}"/>
              </a:ext>
            </a:extLst>
          </p:cNvPr>
          <p:cNvSpPr txBox="1">
            <a:spLocks noChangeArrowheads="1"/>
          </p:cNvSpPr>
          <p:nvPr/>
        </p:nvSpPr>
        <p:spPr bwMode="auto">
          <a:xfrm>
            <a:off x="0" y="6492875"/>
            <a:ext cx="91440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entury Schoolbook" panose="02040604050505020304" pitchFamily="18" charset="0"/>
                <a:cs typeface="Arial" panose="020B0604020202020204" pitchFamily="34" charset="0"/>
              </a:defRPr>
            </a:lvl1pPr>
            <a:lvl2pPr marL="742950" indent="-285750" eaLnBrk="0" hangingPunct="0">
              <a:defRPr>
                <a:solidFill>
                  <a:schemeClr val="tx1"/>
                </a:solidFill>
                <a:latin typeface="Century Schoolbook" panose="02040604050505020304" pitchFamily="18" charset="0"/>
                <a:cs typeface="Arial" panose="020B0604020202020204" pitchFamily="34" charset="0"/>
              </a:defRPr>
            </a:lvl2pPr>
            <a:lvl3pPr marL="1143000" indent="-228600" eaLnBrk="0" hangingPunct="0">
              <a:defRPr>
                <a:solidFill>
                  <a:schemeClr val="tx1"/>
                </a:solidFill>
                <a:latin typeface="Century Schoolbook" panose="02040604050505020304" pitchFamily="18" charset="0"/>
                <a:cs typeface="Arial" panose="020B0604020202020204" pitchFamily="34" charset="0"/>
              </a:defRPr>
            </a:lvl3pPr>
            <a:lvl4pPr marL="1600200" indent="-228600" eaLnBrk="0" hangingPunct="0">
              <a:defRPr>
                <a:solidFill>
                  <a:schemeClr val="tx1"/>
                </a:solidFill>
                <a:latin typeface="Century Schoolbook" panose="02040604050505020304" pitchFamily="18" charset="0"/>
                <a:cs typeface="Arial" panose="020B0604020202020204" pitchFamily="34" charset="0"/>
              </a:defRPr>
            </a:lvl4pPr>
            <a:lvl5pPr marL="2057400" indent="-228600" eaLnBrk="0" hangingPunct="0">
              <a:defRPr>
                <a:solidFill>
                  <a:schemeClr val="tx1"/>
                </a:solidFill>
                <a:latin typeface="Century Schoolbook" panose="02040604050505020304" pitchFamily="18" charset="0"/>
                <a:cs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9pPr>
          </a:lstStyle>
          <a:p>
            <a:pPr eaLnBrk="1" hangingPunct="1"/>
            <a:r>
              <a:rPr lang="en-US" altLang="en-US" sz="1400" dirty="0">
                <a:solidFill>
                  <a:schemeClr val="tx2"/>
                </a:solidFill>
              </a:rPr>
              <a:t>LGNSCOE, Nashik	</a:t>
            </a:r>
          </a:p>
        </p:txBody>
      </p:sp>
      <p:sp>
        <p:nvSpPr>
          <p:cNvPr id="28677" name="Rectangle 6">
            <a:extLst>
              <a:ext uri="{FF2B5EF4-FFF2-40B4-BE49-F238E27FC236}">
                <a16:creationId xmlns:a16="http://schemas.microsoft.com/office/drawing/2014/main" id="{B67F76E0-DF7C-46D6-56BE-046E3216A724}"/>
              </a:ext>
            </a:extLst>
          </p:cNvPr>
          <p:cNvSpPr>
            <a:spLocks noChangeArrowheads="1"/>
          </p:cNvSpPr>
          <p:nvPr/>
        </p:nvSpPr>
        <p:spPr bwMode="auto">
          <a:xfrm>
            <a:off x="8153400" y="5791200"/>
            <a:ext cx="5048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entury Schoolbook" panose="02040604050505020304" pitchFamily="18" charset="0"/>
                <a:cs typeface="Arial" panose="020B0604020202020204" pitchFamily="34" charset="0"/>
              </a:defRPr>
            </a:lvl1pPr>
            <a:lvl2pPr marL="742950" indent="-285750" eaLnBrk="0" hangingPunct="0">
              <a:defRPr>
                <a:solidFill>
                  <a:schemeClr val="tx1"/>
                </a:solidFill>
                <a:latin typeface="Century Schoolbook" panose="02040604050505020304" pitchFamily="18" charset="0"/>
                <a:cs typeface="Arial" panose="020B0604020202020204" pitchFamily="34" charset="0"/>
              </a:defRPr>
            </a:lvl2pPr>
            <a:lvl3pPr marL="1143000" indent="-228600" eaLnBrk="0" hangingPunct="0">
              <a:defRPr>
                <a:solidFill>
                  <a:schemeClr val="tx1"/>
                </a:solidFill>
                <a:latin typeface="Century Schoolbook" panose="02040604050505020304" pitchFamily="18" charset="0"/>
                <a:cs typeface="Arial" panose="020B0604020202020204" pitchFamily="34" charset="0"/>
              </a:defRPr>
            </a:lvl3pPr>
            <a:lvl4pPr marL="1600200" indent="-228600" eaLnBrk="0" hangingPunct="0">
              <a:defRPr>
                <a:solidFill>
                  <a:schemeClr val="tx1"/>
                </a:solidFill>
                <a:latin typeface="Century Schoolbook" panose="02040604050505020304" pitchFamily="18" charset="0"/>
                <a:cs typeface="Arial" panose="020B0604020202020204" pitchFamily="34" charset="0"/>
              </a:defRPr>
            </a:lvl4pPr>
            <a:lvl5pPr marL="2057400" indent="-228600" eaLnBrk="0" hangingPunct="0">
              <a:defRPr>
                <a:solidFill>
                  <a:schemeClr val="tx1"/>
                </a:solidFill>
                <a:latin typeface="Century Schoolbook" panose="02040604050505020304" pitchFamily="18" charset="0"/>
                <a:cs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9pPr>
          </a:lstStyle>
          <a:p>
            <a:pPr eaLnBrk="1" hangingPunct="1"/>
            <a:r>
              <a:rPr lang="en-US" altLang="en-US"/>
              <a:t> </a:t>
            </a:r>
            <a:fld id="{EDA5AA57-1A45-4358-944F-72C7A2D78477}" type="slidenum">
              <a:rPr lang="en-US" altLang="en-US"/>
              <a:pPr eaLnBrk="1" hangingPunct="1"/>
              <a:t>16</a:t>
            </a:fld>
            <a:endParaRPr lang="en-US"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093272A-2B04-1DF3-8B0C-67D303D0A613}"/>
              </a:ext>
            </a:extLst>
          </p:cNvPr>
          <p:cNvSpPr>
            <a:spLocks noGrp="1"/>
          </p:cNvSpPr>
          <p:nvPr>
            <p:ph type="title"/>
          </p:nvPr>
        </p:nvSpPr>
        <p:spPr>
          <a:xfrm>
            <a:off x="-12700" y="76200"/>
            <a:ext cx="9156700" cy="488950"/>
          </a:xfrm>
        </p:spPr>
        <p:txBody>
          <a:bodyPr>
            <a:normAutofit fontScale="90000"/>
          </a:bodyPr>
          <a:lstStyle/>
          <a:p>
            <a:pPr algn="ctr" eaLnBrk="1" fontAlgn="auto" hangingPunct="1">
              <a:spcAft>
                <a:spcPts val="0"/>
              </a:spcAft>
              <a:defRPr/>
            </a:pPr>
            <a:r>
              <a:rPr lang="en-US" b="1" dirty="0">
                <a:solidFill>
                  <a:srgbClr val="C00000"/>
                </a:solidFill>
                <a:ea typeface="+mj-ea"/>
                <a:cs typeface="+mj-cs"/>
              </a:rPr>
              <a:t>References</a:t>
            </a:r>
          </a:p>
        </p:txBody>
      </p:sp>
      <p:sp>
        <p:nvSpPr>
          <p:cNvPr id="29699" name="Rectangle 4">
            <a:extLst>
              <a:ext uri="{FF2B5EF4-FFF2-40B4-BE49-F238E27FC236}">
                <a16:creationId xmlns:a16="http://schemas.microsoft.com/office/drawing/2014/main" id="{6C82753E-2593-52E7-361F-7573CB2D42FB}"/>
              </a:ext>
            </a:extLst>
          </p:cNvPr>
          <p:cNvSpPr>
            <a:spLocks noChangeArrowheads="1"/>
          </p:cNvSpPr>
          <p:nvPr/>
        </p:nvSpPr>
        <p:spPr bwMode="auto">
          <a:xfrm>
            <a:off x="336550" y="1397674"/>
            <a:ext cx="8458200" cy="4062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entury Schoolbook" panose="02040604050505020304" pitchFamily="18" charset="0"/>
                <a:cs typeface="Arial" panose="020B0604020202020204" pitchFamily="34" charset="0"/>
              </a:defRPr>
            </a:lvl1pPr>
            <a:lvl2pPr marL="742950" indent="-285750" eaLnBrk="0" hangingPunct="0">
              <a:defRPr>
                <a:solidFill>
                  <a:schemeClr val="tx1"/>
                </a:solidFill>
                <a:latin typeface="Century Schoolbook" panose="02040604050505020304" pitchFamily="18" charset="0"/>
                <a:cs typeface="Arial" panose="020B0604020202020204" pitchFamily="34" charset="0"/>
              </a:defRPr>
            </a:lvl2pPr>
            <a:lvl3pPr marL="1143000" indent="-228600" eaLnBrk="0" hangingPunct="0">
              <a:defRPr>
                <a:solidFill>
                  <a:schemeClr val="tx1"/>
                </a:solidFill>
                <a:latin typeface="Century Schoolbook" panose="02040604050505020304" pitchFamily="18" charset="0"/>
                <a:cs typeface="Arial" panose="020B0604020202020204" pitchFamily="34" charset="0"/>
              </a:defRPr>
            </a:lvl3pPr>
            <a:lvl4pPr marL="1600200" indent="-228600" eaLnBrk="0" hangingPunct="0">
              <a:defRPr>
                <a:solidFill>
                  <a:schemeClr val="tx1"/>
                </a:solidFill>
                <a:latin typeface="Century Schoolbook" panose="02040604050505020304" pitchFamily="18" charset="0"/>
                <a:cs typeface="Arial" panose="020B0604020202020204" pitchFamily="34" charset="0"/>
              </a:defRPr>
            </a:lvl4pPr>
            <a:lvl5pPr marL="2057400" indent="-228600" eaLnBrk="0" hangingPunct="0">
              <a:defRPr>
                <a:solidFill>
                  <a:schemeClr val="tx1"/>
                </a:solidFill>
                <a:latin typeface="Century Schoolbook" panose="02040604050505020304" pitchFamily="18" charset="0"/>
                <a:cs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9pPr>
          </a:lstStyle>
          <a:p>
            <a:pPr marL="342900" lvl="0" indent="-342900">
              <a:buFont typeface="Wingdings" panose="05000000000000000000" pitchFamily="2" charset="2"/>
              <a:buChar char="Ø"/>
            </a:pPr>
            <a:r>
              <a:rPr lang="en-US" altLang="en-US" sz="2000" dirty="0">
                <a:latin typeface="Arial" panose="020B0604020202020204" pitchFamily="34" charset="0"/>
              </a:rPr>
              <a:t>IEEE Transactions on Intelligent Transportation Systems (2019)</a:t>
            </a:r>
          </a:p>
          <a:p>
            <a:pPr marL="342900" lvl="0" indent="-342900">
              <a:buFont typeface="Wingdings" panose="05000000000000000000" pitchFamily="2" charset="2"/>
              <a:buChar char="Ø"/>
            </a:pPr>
            <a:endParaRPr lang="en-US" altLang="en-US" sz="2000" dirty="0">
              <a:latin typeface="Arial" panose="020B0604020202020204" pitchFamily="34" charset="0"/>
            </a:endParaRPr>
          </a:p>
          <a:p>
            <a:pPr marL="342900" lvl="0" indent="-342900">
              <a:buFont typeface="Wingdings" panose="05000000000000000000" pitchFamily="2" charset="2"/>
              <a:buChar char="Ø"/>
            </a:pPr>
            <a:r>
              <a:rPr lang="en-US" altLang="en-US" sz="2000" dirty="0">
                <a:latin typeface="Arial" panose="020B0604020202020204" pitchFamily="34" charset="0"/>
              </a:rPr>
              <a:t>IJERT – Accident Detection and Alerting System using GSM (2020)</a:t>
            </a:r>
          </a:p>
          <a:p>
            <a:pPr marL="342900" lvl="0" indent="-342900">
              <a:buFont typeface="Wingdings" panose="05000000000000000000" pitchFamily="2" charset="2"/>
              <a:buChar char="Ø"/>
            </a:pPr>
            <a:endParaRPr lang="en-US" altLang="en-US" sz="2000" dirty="0">
              <a:latin typeface="Arial" panose="020B0604020202020204" pitchFamily="34" charset="0"/>
            </a:endParaRPr>
          </a:p>
          <a:p>
            <a:pPr marL="342900" lvl="0" indent="-342900">
              <a:buFont typeface="Wingdings" panose="05000000000000000000" pitchFamily="2" charset="2"/>
              <a:buChar char="Ø"/>
            </a:pPr>
            <a:r>
              <a:rPr lang="en-US" altLang="en-US" sz="2000" dirty="0">
                <a:latin typeface="Arial" panose="020B0604020202020204" pitchFamily="34" charset="0"/>
              </a:rPr>
              <a:t>Springer – Real-Time Crash Detection Using ML (2021)</a:t>
            </a:r>
          </a:p>
          <a:p>
            <a:pPr marL="342900" lvl="0" indent="-342900">
              <a:buFont typeface="Wingdings" panose="05000000000000000000" pitchFamily="2" charset="2"/>
              <a:buChar char="Ø"/>
            </a:pPr>
            <a:endParaRPr lang="en-US" altLang="en-US" sz="2000" dirty="0">
              <a:latin typeface="Arial" panose="020B0604020202020204" pitchFamily="34" charset="0"/>
            </a:endParaRPr>
          </a:p>
          <a:p>
            <a:pPr marL="342900" lvl="0" indent="-342900">
              <a:buFont typeface="Wingdings" panose="05000000000000000000" pitchFamily="2" charset="2"/>
              <a:buChar char="Ø"/>
            </a:pPr>
            <a:r>
              <a:rPr lang="en-US" altLang="en-US" sz="2000" dirty="0">
                <a:latin typeface="Arial" panose="020B0604020202020204" pitchFamily="34" charset="0"/>
              </a:rPr>
              <a:t>WHO Global Road Safety Report (Latest Edition)</a:t>
            </a:r>
          </a:p>
          <a:p>
            <a:pPr marL="342900" lvl="0" indent="-342900">
              <a:buFont typeface="Wingdings" panose="05000000000000000000" pitchFamily="2" charset="2"/>
              <a:buChar char="Ø"/>
            </a:pPr>
            <a:endParaRPr lang="en-US" altLang="en-US" sz="2000" dirty="0">
              <a:latin typeface="Arial" panose="020B0604020202020204" pitchFamily="34" charset="0"/>
            </a:endParaRPr>
          </a:p>
          <a:p>
            <a:pPr marL="342900" lvl="0" indent="-342900">
              <a:buFont typeface="Wingdings" panose="05000000000000000000" pitchFamily="2" charset="2"/>
              <a:buChar char="Ø"/>
            </a:pPr>
            <a:r>
              <a:rPr lang="en-US" altLang="en-US" sz="2000" dirty="0">
                <a:latin typeface="Arial" panose="020B0604020202020204" pitchFamily="34" charset="0"/>
              </a:rPr>
              <a:t>Elsevier – Smartphone-Based Accident Monitoring (2020)</a:t>
            </a:r>
          </a:p>
          <a:p>
            <a:pPr marL="342900" lvl="0" indent="-342900">
              <a:buFont typeface="Wingdings" panose="05000000000000000000" pitchFamily="2" charset="2"/>
              <a:buChar char="Ø"/>
            </a:pPr>
            <a:endParaRPr lang="en-US" altLang="en-US" sz="2000" dirty="0">
              <a:latin typeface="Arial" panose="020B0604020202020204" pitchFamily="34" charset="0"/>
            </a:endParaRPr>
          </a:p>
          <a:p>
            <a:pPr marL="342900" lvl="0" indent="-342900">
              <a:buFont typeface="Wingdings" panose="05000000000000000000" pitchFamily="2" charset="2"/>
              <a:buChar char="Ø"/>
            </a:pPr>
            <a:r>
              <a:rPr lang="en-US" altLang="en-US" sz="2000" dirty="0">
                <a:latin typeface="Arial" panose="020B0604020202020204" pitchFamily="34" charset="0"/>
              </a:rPr>
              <a:t>IoT-Based Remote Monitoring Research Journals (Multiple Sources</a:t>
            </a:r>
            <a:endParaRPr lang="en-US" sz="2000" u="sng" dirty="0">
              <a:latin typeface="Arimo"/>
              <a:ea typeface="Arimo"/>
              <a:cs typeface="Arimo"/>
              <a:sym typeface="Arimo"/>
              <a:hlinkClick r:id="rId2" tooltip="https://ieeexplore.ieee.org/document/8339115%20https:/ieeexplore.ieee.org/document/8418576%20https:/www.iosrjournals.org/iosr-jce/papers/Vol27-issue4/Ser-1/A2704010109.pdf%20https:/ijarcce.com/wp-content/uploads/2024/12/IJARCCE.2024.131128.pdf%20https:/ietresearch.onlinelibrary.wiley.com/doi/full/10.1049/smc2.12084%20https:/mcn.cse.psu.edu/paper/guan-chongqi/wisec23-chongqi.pdf">
                <a:extLst>
                  <a:ext uri="{A12FA001-AC4F-418D-AE19-62706E023703}">
                    <ahyp:hlinkClr xmlns:ahyp="http://schemas.microsoft.com/office/drawing/2018/hyperlinkcolor" val="tx"/>
                  </a:ext>
                </a:extLst>
              </a:hlinkClick>
            </a:endParaRPr>
          </a:p>
          <a:p>
            <a:pPr marL="342900" indent="-342900" eaLnBrk="1" hangingPunct="1">
              <a:buFont typeface="Wingdings" panose="05000000000000000000" pitchFamily="2" charset="2"/>
              <a:buChar char="Ø"/>
            </a:pPr>
            <a:endParaRPr lang="en-US" altLang="en-US" sz="2000" i="1" dirty="0"/>
          </a:p>
          <a:p>
            <a:pPr eaLnBrk="1" hangingPunct="1"/>
            <a:endParaRPr lang="en-US" altLang="en-US" dirty="0"/>
          </a:p>
        </p:txBody>
      </p:sp>
      <p:sp>
        <p:nvSpPr>
          <p:cNvPr id="29700" name="Rectangle 7">
            <a:extLst>
              <a:ext uri="{FF2B5EF4-FFF2-40B4-BE49-F238E27FC236}">
                <a16:creationId xmlns:a16="http://schemas.microsoft.com/office/drawing/2014/main" id="{36FF52A4-AD1F-86C7-B3EA-D8C8CFEDC2BB}"/>
              </a:ext>
            </a:extLst>
          </p:cNvPr>
          <p:cNvSpPr>
            <a:spLocks noChangeArrowheads="1"/>
          </p:cNvSpPr>
          <p:nvPr/>
        </p:nvSpPr>
        <p:spPr bwMode="auto">
          <a:xfrm>
            <a:off x="8153400" y="5791200"/>
            <a:ext cx="5048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entury Schoolbook" panose="02040604050505020304" pitchFamily="18" charset="0"/>
                <a:cs typeface="Arial" panose="020B0604020202020204" pitchFamily="34" charset="0"/>
              </a:defRPr>
            </a:lvl1pPr>
            <a:lvl2pPr marL="742950" indent="-285750" eaLnBrk="0" hangingPunct="0">
              <a:defRPr>
                <a:solidFill>
                  <a:schemeClr val="tx1"/>
                </a:solidFill>
                <a:latin typeface="Century Schoolbook" panose="02040604050505020304" pitchFamily="18" charset="0"/>
                <a:cs typeface="Arial" panose="020B0604020202020204" pitchFamily="34" charset="0"/>
              </a:defRPr>
            </a:lvl2pPr>
            <a:lvl3pPr marL="1143000" indent="-228600" eaLnBrk="0" hangingPunct="0">
              <a:defRPr>
                <a:solidFill>
                  <a:schemeClr val="tx1"/>
                </a:solidFill>
                <a:latin typeface="Century Schoolbook" panose="02040604050505020304" pitchFamily="18" charset="0"/>
                <a:cs typeface="Arial" panose="020B0604020202020204" pitchFamily="34" charset="0"/>
              </a:defRPr>
            </a:lvl3pPr>
            <a:lvl4pPr marL="1600200" indent="-228600" eaLnBrk="0" hangingPunct="0">
              <a:defRPr>
                <a:solidFill>
                  <a:schemeClr val="tx1"/>
                </a:solidFill>
                <a:latin typeface="Century Schoolbook" panose="02040604050505020304" pitchFamily="18" charset="0"/>
                <a:cs typeface="Arial" panose="020B0604020202020204" pitchFamily="34" charset="0"/>
              </a:defRPr>
            </a:lvl4pPr>
            <a:lvl5pPr marL="2057400" indent="-228600" eaLnBrk="0" hangingPunct="0">
              <a:defRPr>
                <a:solidFill>
                  <a:schemeClr val="tx1"/>
                </a:solidFill>
                <a:latin typeface="Century Schoolbook" panose="02040604050505020304" pitchFamily="18" charset="0"/>
                <a:cs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9pPr>
          </a:lstStyle>
          <a:p>
            <a:pPr eaLnBrk="1" hangingPunct="1"/>
            <a:r>
              <a:rPr lang="en-US" altLang="en-US"/>
              <a:t> </a:t>
            </a:r>
            <a:fld id="{C6D8E6A5-B0F9-44DF-BEFC-85C912C2DBCB}" type="slidenum">
              <a:rPr lang="en-US" altLang="en-US"/>
              <a:pPr eaLnBrk="1" hangingPunct="1"/>
              <a:t>17</a:t>
            </a:fld>
            <a:endParaRPr lang="en-US" altLang="en-US"/>
          </a:p>
        </p:txBody>
      </p:sp>
      <p:sp>
        <p:nvSpPr>
          <p:cNvPr id="29701" name="Footer Placeholder 4">
            <a:extLst>
              <a:ext uri="{FF2B5EF4-FFF2-40B4-BE49-F238E27FC236}">
                <a16:creationId xmlns:a16="http://schemas.microsoft.com/office/drawing/2014/main" id="{4AFBC248-EBA8-D8CB-F070-5FBA6C04368E}"/>
              </a:ext>
            </a:extLst>
          </p:cNvPr>
          <p:cNvSpPr txBox="1">
            <a:spLocks noChangeArrowheads="1"/>
          </p:cNvSpPr>
          <p:nvPr/>
        </p:nvSpPr>
        <p:spPr bwMode="auto">
          <a:xfrm>
            <a:off x="0" y="6492875"/>
            <a:ext cx="91440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entury Schoolbook" panose="02040604050505020304" pitchFamily="18" charset="0"/>
                <a:cs typeface="Arial" panose="020B0604020202020204" pitchFamily="34" charset="0"/>
              </a:defRPr>
            </a:lvl1pPr>
            <a:lvl2pPr marL="742950" indent="-285750" eaLnBrk="0" hangingPunct="0">
              <a:defRPr>
                <a:solidFill>
                  <a:schemeClr val="tx1"/>
                </a:solidFill>
                <a:latin typeface="Century Schoolbook" panose="02040604050505020304" pitchFamily="18" charset="0"/>
                <a:cs typeface="Arial" panose="020B0604020202020204" pitchFamily="34" charset="0"/>
              </a:defRPr>
            </a:lvl2pPr>
            <a:lvl3pPr marL="1143000" indent="-228600" eaLnBrk="0" hangingPunct="0">
              <a:defRPr>
                <a:solidFill>
                  <a:schemeClr val="tx1"/>
                </a:solidFill>
                <a:latin typeface="Century Schoolbook" panose="02040604050505020304" pitchFamily="18" charset="0"/>
                <a:cs typeface="Arial" panose="020B0604020202020204" pitchFamily="34" charset="0"/>
              </a:defRPr>
            </a:lvl3pPr>
            <a:lvl4pPr marL="1600200" indent="-228600" eaLnBrk="0" hangingPunct="0">
              <a:defRPr>
                <a:solidFill>
                  <a:schemeClr val="tx1"/>
                </a:solidFill>
                <a:latin typeface="Century Schoolbook" panose="02040604050505020304" pitchFamily="18" charset="0"/>
                <a:cs typeface="Arial" panose="020B0604020202020204" pitchFamily="34" charset="0"/>
              </a:defRPr>
            </a:lvl4pPr>
            <a:lvl5pPr marL="2057400" indent="-228600" eaLnBrk="0" hangingPunct="0">
              <a:defRPr>
                <a:solidFill>
                  <a:schemeClr val="tx1"/>
                </a:solidFill>
                <a:latin typeface="Century Schoolbook" panose="02040604050505020304" pitchFamily="18" charset="0"/>
                <a:cs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9pPr>
          </a:lstStyle>
          <a:p>
            <a:pPr eaLnBrk="1" hangingPunct="1"/>
            <a:r>
              <a:rPr lang="en-US" altLang="en-US" sz="1600" dirty="0">
                <a:solidFill>
                  <a:schemeClr val="tx2"/>
                </a:solidFill>
              </a:rPr>
              <a:t>Seminar Name</a:t>
            </a:r>
            <a:r>
              <a:rPr lang="en-US" altLang="en-US" sz="1400" dirty="0">
                <a:solidFill>
                  <a:schemeClr val="tx2"/>
                </a:solidFill>
              </a:rPr>
              <a:t>                                LGNSCOE, Nashik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1898DE5-53AB-07BD-FA24-2FEF55185CEB}"/>
              </a:ext>
            </a:extLst>
          </p:cNvPr>
          <p:cNvSpPr/>
          <p:nvPr/>
        </p:nvSpPr>
        <p:spPr>
          <a:xfrm>
            <a:off x="1666538" y="1122402"/>
            <a:ext cx="5029200" cy="1107996"/>
          </a:xfrm>
          <a:prstGeom prst="rect">
            <a:avLst/>
          </a:prstGeom>
          <a:noFill/>
        </p:spPr>
        <p:txBody>
          <a:bodyPr>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auto">
              <a:spcBef>
                <a:spcPts val="0"/>
              </a:spcBef>
              <a:spcAft>
                <a:spcPts val="0"/>
              </a:spcAft>
              <a:buFontTx/>
              <a:buNone/>
              <a:defRPr/>
            </a:pPr>
            <a:r>
              <a:rPr lang="en-US" sz="6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n-lt"/>
                <a:cs typeface="+mn-cs"/>
              </a:rPr>
              <a:t>Thank you</a:t>
            </a:r>
          </a:p>
        </p:txBody>
      </p:sp>
      <p:sp>
        <p:nvSpPr>
          <p:cNvPr id="10" name="Rectangle 9">
            <a:extLst>
              <a:ext uri="{FF2B5EF4-FFF2-40B4-BE49-F238E27FC236}">
                <a16:creationId xmlns:a16="http://schemas.microsoft.com/office/drawing/2014/main" id="{554FAC01-9C57-EA89-AF3C-70F2AD090470}"/>
              </a:ext>
            </a:extLst>
          </p:cNvPr>
          <p:cNvSpPr/>
          <p:nvPr/>
        </p:nvSpPr>
        <p:spPr>
          <a:xfrm>
            <a:off x="1655300" y="2967335"/>
            <a:ext cx="5314276" cy="923330"/>
          </a:xfrm>
          <a:prstGeom prst="rect">
            <a:avLst/>
          </a:prstGeom>
          <a:noFill/>
        </p:spPr>
        <p:txBody>
          <a:bodyPr wrap="none">
            <a:spAutoFit/>
          </a:bodyPr>
          <a:lstStyle/>
          <a:p>
            <a:pPr algn="ctr" fontAlgn="auto">
              <a:spcBef>
                <a:spcPts val="0"/>
              </a:spcBef>
              <a:spcAft>
                <a:spcPts val="0"/>
              </a:spcAft>
              <a:buFontTx/>
              <a:buNone/>
              <a:defRPr/>
            </a:pPr>
            <a:r>
              <a:rPr lang="en-US" sz="5400" b="1" spc="300" dirty="0">
                <a:ln w="11430" cmpd="sng">
                  <a:solidFill>
                    <a:schemeClr val="accent1">
                      <a:tint val="10000"/>
                    </a:schemeClr>
                  </a:solidFill>
                  <a:prstDash val="solid"/>
                  <a:miter lim="800000"/>
                </a:ln>
                <a:gradFill>
                  <a:gsLst>
                    <a:gs pos="10000">
                      <a:schemeClr val="accent1">
                        <a:tint val="83000"/>
                        <a:shade val="100000"/>
                        <a:satMod val="200000"/>
                      </a:schemeClr>
                    </a:gs>
                    <a:gs pos="75000">
                      <a:schemeClr val="accent1">
                        <a:tint val="100000"/>
                        <a:shade val="50000"/>
                        <a:satMod val="150000"/>
                      </a:schemeClr>
                    </a:gs>
                  </a:gsLst>
                  <a:lin ang="5400000"/>
                </a:gradFill>
                <a:effectLst>
                  <a:glow rad="45500">
                    <a:schemeClr val="accent1">
                      <a:satMod val="220000"/>
                      <a:alpha val="35000"/>
                    </a:schemeClr>
                  </a:glow>
                </a:effectLst>
                <a:latin typeface="+mn-lt"/>
                <a:cs typeface="+mn-cs"/>
              </a:rPr>
              <a:t>Questions…..</a:t>
            </a:r>
          </a:p>
        </p:txBody>
      </p:sp>
      <p:sp>
        <p:nvSpPr>
          <p:cNvPr id="30724" name="Rectangle 7">
            <a:extLst>
              <a:ext uri="{FF2B5EF4-FFF2-40B4-BE49-F238E27FC236}">
                <a16:creationId xmlns:a16="http://schemas.microsoft.com/office/drawing/2014/main" id="{AF3B905C-B91B-2265-595C-1CD8EF445B13}"/>
              </a:ext>
            </a:extLst>
          </p:cNvPr>
          <p:cNvSpPr>
            <a:spLocks noChangeArrowheads="1"/>
          </p:cNvSpPr>
          <p:nvPr/>
        </p:nvSpPr>
        <p:spPr bwMode="auto">
          <a:xfrm>
            <a:off x="8229600" y="5791200"/>
            <a:ext cx="4413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entury Schoolbook" panose="02040604050505020304" pitchFamily="18" charset="0"/>
                <a:cs typeface="Arial" panose="020B0604020202020204" pitchFamily="34" charset="0"/>
              </a:defRPr>
            </a:lvl1pPr>
            <a:lvl2pPr marL="742950" indent="-285750" eaLnBrk="0" hangingPunct="0">
              <a:defRPr>
                <a:solidFill>
                  <a:schemeClr val="tx1"/>
                </a:solidFill>
                <a:latin typeface="Century Schoolbook" panose="02040604050505020304" pitchFamily="18" charset="0"/>
                <a:cs typeface="Arial" panose="020B0604020202020204" pitchFamily="34" charset="0"/>
              </a:defRPr>
            </a:lvl2pPr>
            <a:lvl3pPr marL="1143000" indent="-228600" eaLnBrk="0" hangingPunct="0">
              <a:defRPr>
                <a:solidFill>
                  <a:schemeClr val="tx1"/>
                </a:solidFill>
                <a:latin typeface="Century Schoolbook" panose="02040604050505020304" pitchFamily="18" charset="0"/>
                <a:cs typeface="Arial" panose="020B0604020202020204" pitchFamily="34" charset="0"/>
              </a:defRPr>
            </a:lvl3pPr>
            <a:lvl4pPr marL="1600200" indent="-228600" eaLnBrk="0" hangingPunct="0">
              <a:defRPr>
                <a:solidFill>
                  <a:schemeClr val="tx1"/>
                </a:solidFill>
                <a:latin typeface="Century Schoolbook" panose="02040604050505020304" pitchFamily="18" charset="0"/>
                <a:cs typeface="Arial" panose="020B0604020202020204" pitchFamily="34" charset="0"/>
              </a:defRPr>
            </a:lvl4pPr>
            <a:lvl5pPr marL="2057400" indent="-228600" eaLnBrk="0" hangingPunct="0">
              <a:defRPr>
                <a:solidFill>
                  <a:schemeClr val="tx1"/>
                </a:solidFill>
                <a:latin typeface="Century Schoolbook" panose="02040604050505020304" pitchFamily="18" charset="0"/>
                <a:cs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9pPr>
          </a:lstStyle>
          <a:p>
            <a:pPr eaLnBrk="1" hangingPunct="1"/>
            <a:fld id="{C81A9B17-17AC-45D3-A770-4DB67501AAFA}" type="slidenum">
              <a:rPr lang="en-US" altLang="en-US"/>
              <a:pPr eaLnBrk="1" hangingPunct="1"/>
              <a:t>18</a:t>
            </a:fld>
            <a:endParaRPr lang="en-US" altLang="en-US" sz="1400"/>
          </a:p>
        </p:txBody>
      </p:sp>
      <p:sp>
        <p:nvSpPr>
          <p:cNvPr id="30725" name="Footer Placeholder 4">
            <a:extLst>
              <a:ext uri="{FF2B5EF4-FFF2-40B4-BE49-F238E27FC236}">
                <a16:creationId xmlns:a16="http://schemas.microsoft.com/office/drawing/2014/main" id="{15889A51-3316-257C-2439-D7CE8128DBC7}"/>
              </a:ext>
            </a:extLst>
          </p:cNvPr>
          <p:cNvSpPr txBox="1">
            <a:spLocks noChangeArrowheads="1"/>
          </p:cNvSpPr>
          <p:nvPr/>
        </p:nvSpPr>
        <p:spPr bwMode="auto">
          <a:xfrm>
            <a:off x="0" y="6492875"/>
            <a:ext cx="91440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entury Schoolbook" panose="02040604050505020304" pitchFamily="18" charset="0"/>
                <a:cs typeface="Arial" panose="020B0604020202020204" pitchFamily="34" charset="0"/>
              </a:defRPr>
            </a:lvl1pPr>
            <a:lvl2pPr marL="742950" indent="-285750" eaLnBrk="0" hangingPunct="0">
              <a:defRPr>
                <a:solidFill>
                  <a:schemeClr val="tx1"/>
                </a:solidFill>
                <a:latin typeface="Century Schoolbook" panose="02040604050505020304" pitchFamily="18" charset="0"/>
                <a:cs typeface="Arial" panose="020B0604020202020204" pitchFamily="34" charset="0"/>
              </a:defRPr>
            </a:lvl2pPr>
            <a:lvl3pPr marL="1143000" indent="-228600" eaLnBrk="0" hangingPunct="0">
              <a:defRPr>
                <a:solidFill>
                  <a:schemeClr val="tx1"/>
                </a:solidFill>
                <a:latin typeface="Century Schoolbook" panose="02040604050505020304" pitchFamily="18" charset="0"/>
                <a:cs typeface="Arial" panose="020B0604020202020204" pitchFamily="34" charset="0"/>
              </a:defRPr>
            </a:lvl3pPr>
            <a:lvl4pPr marL="1600200" indent="-228600" eaLnBrk="0" hangingPunct="0">
              <a:defRPr>
                <a:solidFill>
                  <a:schemeClr val="tx1"/>
                </a:solidFill>
                <a:latin typeface="Century Schoolbook" panose="02040604050505020304" pitchFamily="18" charset="0"/>
                <a:cs typeface="Arial" panose="020B0604020202020204" pitchFamily="34" charset="0"/>
              </a:defRPr>
            </a:lvl4pPr>
            <a:lvl5pPr marL="2057400" indent="-228600" eaLnBrk="0" hangingPunct="0">
              <a:defRPr>
                <a:solidFill>
                  <a:schemeClr val="tx1"/>
                </a:solidFill>
                <a:latin typeface="Century Schoolbook" panose="02040604050505020304" pitchFamily="18" charset="0"/>
                <a:cs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entury Schoolbook" panose="02040604050505020304" pitchFamily="18" charset="0"/>
                <a:cs typeface="Arial" panose="020B0604020202020204" pitchFamily="34" charset="0"/>
              </a:defRPr>
            </a:lvl9pPr>
          </a:lstStyle>
          <a:p>
            <a:pPr algn="ctr" eaLnBrk="1" hangingPunct="1"/>
            <a:r>
              <a:rPr lang="en-US" altLang="en-US" sz="1400" dirty="0">
                <a:solidFill>
                  <a:schemeClr val="tx2"/>
                </a:solidFill>
              </a:rPr>
              <a:t>                                LGNSCOE, Nashik	</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themeOverride>
</file>

<file path=ppt/theme/themeOverride2.xml><?xml version="1.0" encoding="utf-8"?>
<a:themeOverride xmlns:a="http://schemas.openxmlformats.org/drawingml/2006/main">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themeOverride>
</file>

<file path=docProps/app.xml><?xml version="1.0" encoding="utf-8"?>
<Properties xmlns="http://schemas.openxmlformats.org/officeDocument/2006/extended-properties" xmlns:vt="http://schemas.openxmlformats.org/officeDocument/2006/docPropsVTypes">
  <Template>Oriel</Template>
  <TotalTime>144</TotalTime>
  <Pages>0</Pages>
  <Words>1344</Words>
  <Characters>0</Characters>
  <Application>Microsoft Office PowerPoint</Application>
  <DocSecurity>0</DocSecurity>
  <PresentationFormat>On-screen Show (4:3)</PresentationFormat>
  <Lines>0</Lines>
  <Paragraphs>241</Paragraphs>
  <Slides>18</Slides>
  <Notes>1</Notes>
  <HiddenSlides>0</HiddenSlides>
  <MMClips>0</MMClips>
  <ScaleCrop>false</ScaleCrop>
  <HeadingPairs>
    <vt:vector size="6" baseType="variant">
      <vt:variant>
        <vt:lpstr>Fonts Used</vt:lpstr>
      </vt:variant>
      <vt:variant>
        <vt:i4>12</vt:i4>
      </vt:variant>
      <vt:variant>
        <vt:lpstr>Theme</vt:lpstr>
      </vt:variant>
      <vt:variant>
        <vt:i4>2</vt:i4>
      </vt:variant>
      <vt:variant>
        <vt:lpstr>Slide Titles</vt:lpstr>
      </vt:variant>
      <vt:variant>
        <vt:i4>18</vt:i4>
      </vt:variant>
    </vt:vector>
  </HeadingPairs>
  <TitlesOfParts>
    <vt:vector size="32" baseType="lpstr">
      <vt:lpstr>SimSun</vt:lpstr>
      <vt:lpstr>华文楷体</vt:lpstr>
      <vt:lpstr>Arial</vt:lpstr>
      <vt:lpstr>Arimo</vt:lpstr>
      <vt:lpstr>Calibri</vt:lpstr>
      <vt:lpstr>Century Schoolbook</vt:lpstr>
      <vt:lpstr>Gadugi</vt:lpstr>
      <vt:lpstr>Glock Grotesk</vt:lpstr>
      <vt:lpstr>Microsoft Sans Serif</vt:lpstr>
      <vt:lpstr>Wingdings</vt:lpstr>
      <vt:lpstr>Wingdings 2</vt:lpstr>
      <vt:lpstr>Work Sans</vt:lpstr>
      <vt:lpstr>Oriel</vt:lpstr>
      <vt:lpstr>1_Oriel</vt:lpstr>
      <vt:lpstr>Smart Accident Detection And Alert System Using Iot. </vt:lpstr>
      <vt:lpstr>OUTLINE…</vt:lpstr>
      <vt:lpstr>PowerPoint Presentation</vt:lpstr>
      <vt:lpstr>Introduction </vt:lpstr>
      <vt:lpstr>Literature Survey</vt:lpstr>
      <vt:lpstr>PowerPoint Presentation</vt:lpstr>
      <vt:lpstr>PROBLEM Definition </vt:lpstr>
      <vt:lpstr>System  Architecture :- </vt:lpstr>
      <vt:lpstr> Algorithm</vt:lpstr>
      <vt:lpstr>PowerPoint Presentation</vt:lpstr>
      <vt:lpstr> Advantages </vt:lpstr>
      <vt:lpstr>Dis-Advantages </vt:lpstr>
      <vt:lpstr> Application</vt:lpstr>
      <vt:lpstr>Software &amp; Hardware Requirements </vt:lpstr>
      <vt:lpstr>        Future Scope :- </vt:lpstr>
      <vt:lpstr>Conclusion</vt:lpstr>
      <vt:lpstr>References</vt:lpstr>
      <vt:lpstr>PowerPoint Presentation</vt:lpstr>
    </vt:vector>
  </TitlesOfParts>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Genetic Programming Approach to Record Deduplication</dc:title>
  <dc:creator>sl20</dc:creator>
  <cp:lastModifiedBy>shekhar jadhav</cp:lastModifiedBy>
  <cp:revision>266</cp:revision>
  <dcterms:created xsi:type="dcterms:W3CDTF">2012-10-09T10:14:23Z</dcterms:created>
  <dcterms:modified xsi:type="dcterms:W3CDTF">2026-04-28T05:37:40Z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16393ۙ-10.1.0.5707</vt:lpwstr>
  </property>
</Properties>
</file>